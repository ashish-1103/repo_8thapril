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68" r:id="rId4"/>
    <p:sldId id="270" r:id="rId5"/>
    <p:sldId id="256" r:id="rId6"/>
    <p:sldId id="269" r:id="rId7"/>
    <p:sldId id="260" r:id="rId8"/>
    <p:sldId id="261" r:id="rId9"/>
    <p:sldId id="262" r:id="rId10"/>
    <p:sldId id="267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99E7B5A-A7E2-4A86-ACA9-06FF9CB36670}" v="17" dt="2026-05-08T05:27:28.99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69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ilpi Arora" userId="25abb3453984b0f2" providerId="LiveId" clId="{99C2C6AC-1E23-4950-B244-072271182D83}"/>
    <pc:docChg chg="custSel addSld delSld modSld sldOrd">
      <pc:chgData name="Shilpi Arora" userId="25abb3453984b0f2" providerId="LiveId" clId="{99C2C6AC-1E23-4950-B244-072271182D83}" dt="2026-05-08T05:30:23.863" v="118"/>
      <pc:docMkLst>
        <pc:docMk/>
      </pc:docMkLst>
      <pc:sldChg chg="ord">
        <pc:chgData name="Shilpi Arora" userId="25abb3453984b0f2" providerId="LiveId" clId="{99C2C6AC-1E23-4950-B244-072271182D83}" dt="2026-05-07T18:55:02.324" v="88"/>
        <pc:sldMkLst>
          <pc:docMk/>
          <pc:sldMk cId="0" sldId="256"/>
        </pc:sldMkLst>
      </pc:sldChg>
      <pc:sldChg chg="modSp mod">
        <pc:chgData name="Shilpi Arora" userId="25abb3453984b0f2" providerId="LiveId" clId="{99C2C6AC-1E23-4950-B244-072271182D83}" dt="2026-05-07T18:52:37.765" v="74" actId="255"/>
        <pc:sldMkLst>
          <pc:docMk/>
          <pc:sldMk cId="0" sldId="257"/>
        </pc:sldMkLst>
        <pc:spChg chg="mod">
          <ac:chgData name="Shilpi Arora" userId="25abb3453984b0f2" providerId="LiveId" clId="{99C2C6AC-1E23-4950-B244-072271182D83}" dt="2026-05-07T18:52:37.765" v="74" actId="255"/>
          <ac:spMkLst>
            <pc:docMk/>
            <pc:sldMk cId="0" sldId="257"/>
            <ac:spMk id="3" creationId="{00000000-0000-0000-0000-000000000000}"/>
          </ac:spMkLst>
        </pc:spChg>
      </pc:sldChg>
      <pc:sldChg chg="modSp mod ord">
        <pc:chgData name="Shilpi Arora" userId="25abb3453984b0f2" providerId="LiveId" clId="{99C2C6AC-1E23-4950-B244-072271182D83}" dt="2026-05-08T05:30:23.863" v="118"/>
        <pc:sldMkLst>
          <pc:docMk/>
          <pc:sldMk cId="0" sldId="258"/>
        </pc:sldMkLst>
        <pc:spChg chg="mod">
          <ac:chgData name="Shilpi Arora" userId="25abb3453984b0f2" providerId="LiveId" clId="{99C2C6AC-1E23-4950-B244-072271182D83}" dt="2026-05-07T18:52:45.708" v="75" actId="255"/>
          <ac:spMkLst>
            <pc:docMk/>
            <pc:sldMk cId="0" sldId="258"/>
            <ac:spMk id="3" creationId="{00000000-0000-0000-0000-000000000000}"/>
          </ac:spMkLst>
        </pc:spChg>
      </pc:sldChg>
      <pc:sldChg chg="modSp del mod">
        <pc:chgData name="Shilpi Arora" userId="25abb3453984b0f2" providerId="LiveId" clId="{99C2C6AC-1E23-4950-B244-072271182D83}" dt="2026-05-07T18:55:33.091" v="90" actId="2696"/>
        <pc:sldMkLst>
          <pc:docMk/>
          <pc:sldMk cId="0" sldId="259"/>
        </pc:sldMkLst>
        <pc:spChg chg="mod">
          <ac:chgData name="Shilpi Arora" userId="25abb3453984b0f2" providerId="LiveId" clId="{99C2C6AC-1E23-4950-B244-072271182D83}" dt="2026-05-07T18:53:21.462" v="77" actId="21"/>
          <ac:spMkLst>
            <pc:docMk/>
            <pc:sldMk cId="0" sldId="259"/>
            <ac:spMk id="3" creationId="{00000000-0000-0000-0000-000000000000}"/>
          </ac:spMkLst>
        </pc:spChg>
      </pc:sldChg>
      <pc:sldChg chg="modSp mod">
        <pc:chgData name="Shilpi Arora" userId="25abb3453984b0f2" providerId="LiveId" clId="{99C2C6AC-1E23-4950-B244-072271182D83}" dt="2026-05-08T05:29:46.584" v="114" actId="255"/>
        <pc:sldMkLst>
          <pc:docMk/>
          <pc:sldMk cId="0" sldId="260"/>
        </pc:sldMkLst>
        <pc:spChg chg="mod">
          <ac:chgData name="Shilpi Arora" userId="25abb3453984b0f2" providerId="LiveId" clId="{99C2C6AC-1E23-4950-B244-072271182D83}" dt="2026-05-08T05:29:46.584" v="114" actId="255"/>
          <ac:spMkLst>
            <pc:docMk/>
            <pc:sldMk cId="0" sldId="260"/>
            <ac:spMk id="3" creationId="{00000000-0000-0000-0000-000000000000}"/>
          </ac:spMkLst>
        </pc:spChg>
      </pc:sldChg>
      <pc:sldChg chg="modSp mod">
        <pc:chgData name="Shilpi Arora" userId="25abb3453984b0f2" providerId="LiveId" clId="{99C2C6AC-1E23-4950-B244-072271182D83}" dt="2026-05-08T05:29:55.099" v="115" actId="255"/>
        <pc:sldMkLst>
          <pc:docMk/>
          <pc:sldMk cId="0" sldId="261"/>
        </pc:sldMkLst>
        <pc:spChg chg="mod">
          <ac:chgData name="Shilpi Arora" userId="25abb3453984b0f2" providerId="LiveId" clId="{99C2C6AC-1E23-4950-B244-072271182D83}" dt="2026-05-08T05:29:55.099" v="115" actId="255"/>
          <ac:spMkLst>
            <pc:docMk/>
            <pc:sldMk cId="0" sldId="261"/>
            <ac:spMk id="3" creationId="{00000000-0000-0000-0000-000000000000}"/>
          </ac:spMkLst>
        </pc:spChg>
      </pc:sldChg>
      <pc:sldChg chg="modSp mod">
        <pc:chgData name="Shilpi Arora" userId="25abb3453984b0f2" providerId="LiveId" clId="{99C2C6AC-1E23-4950-B244-072271182D83}" dt="2026-05-08T05:30:07.759" v="116" actId="255"/>
        <pc:sldMkLst>
          <pc:docMk/>
          <pc:sldMk cId="0" sldId="262"/>
        </pc:sldMkLst>
        <pc:spChg chg="mod">
          <ac:chgData name="Shilpi Arora" userId="25abb3453984b0f2" providerId="LiveId" clId="{99C2C6AC-1E23-4950-B244-072271182D83}" dt="2026-05-08T05:30:07.759" v="116" actId="255"/>
          <ac:spMkLst>
            <pc:docMk/>
            <pc:sldMk cId="0" sldId="262"/>
            <ac:spMk id="3" creationId="{00000000-0000-0000-0000-000000000000}"/>
          </ac:spMkLst>
        </pc:spChg>
      </pc:sldChg>
      <pc:sldChg chg="del">
        <pc:chgData name="Shilpi Arora" userId="25abb3453984b0f2" providerId="LiveId" clId="{99C2C6AC-1E23-4950-B244-072271182D83}" dt="2026-05-07T18:43:34.470" v="0" actId="2696"/>
        <pc:sldMkLst>
          <pc:docMk/>
          <pc:sldMk cId="0" sldId="265"/>
        </pc:sldMkLst>
      </pc:sldChg>
      <pc:sldChg chg="addSp delSp modSp add mod">
        <pc:chgData name="Shilpi Arora" userId="25abb3453984b0f2" providerId="LiveId" clId="{99C2C6AC-1E23-4950-B244-072271182D83}" dt="2026-05-08T05:28:07.883" v="112"/>
        <pc:sldMkLst>
          <pc:docMk/>
          <pc:sldMk cId="598824337" sldId="268"/>
        </pc:sldMkLst>
        <pc:spChg chg="mod">
          <ac:chgData name="Shilpi Arora" userId="25abb3453984b0f2" providerId="LiveId" clId="{99C2C6AC-1E23-4950-B244-072271182D83}" dt="2026-05-08T05:27:52.772" v="109" actId="6549"/>
          <ac:spMkLst>
            <pc:docMk/>
            <pc:sldMk cId="598824337" sldId="268"/>
            <ac:spMk id="3" creationId="{9B756CF4-CF3C-B99A-D189-BAC3FEA33B92}"/>
          </ac:spMkLst>
        </pc:spChg>
        <pc:spChg chg="add">
          <ac:chgData name="Shilpi Arora" userId="25abb3453984b0f2" providerId="LiveId" clId="{99C2C6AC-1E23-4950-B244-072271182D83}" dt="2026-05-08T05:26:33.603" v="93"/>
          <ac:spMkLst>
            <pc:docMk/>
            <pc:sldMk cId="598824337" sldId="268"/>
            <ac:spMk id="5" creationId="{CEE7ED6A-1DD1-3F00-A4AB-24A1F0EC13BD}"/>
          </ac:spMkLst>
        </pc:spChg>
        <pc:spChg chg="add mod">
          <ac:chgData name="Shilpi Arora" userId="25abb3453984b0f2" providerId="LiveId" clId="{99C2C6AC-1E23-4950-B244-072271182D83}" dt="2026-05-08T05:26:49.910" v="95"/>
          <ac:spMkLst>
            <pc:docMk/>
            <pc:sldMk cId="598824337" sldId="268"/>
            <ac:spMk id="6" creationId="{89C657F9-17EF-F7D9-BB29-8514BF32FC45}"/>
          </ac:spMkLst>
        </pc:spChg>
        <pc:spChg chg="add del mod">
          <ac:chgData name="Shilpi Arora" userId="25abb3453984b0f2" providerId="LiveId" clId="{99C2C6AC-1E23-4950-B244-072271182D83}" dt="2026-05-08T05:28:07.883" v="112"/>
          <ac:spMkLst>
            <pc:docMk/>
            <pc:sldMk cId="598824337" sldId="268"/>
            <ac:spMk id="7" creationId="{A62E1A86-B40D-7D75-1500-99723CAE778C}"/>
          </ac:spMkLst>
        </pc:spChg>
        <pc:picChg chg="add mod">
          <ac:chgData name="Shilpi Arora" userId="25abb3453984b0f2" providerId="LiveId" clId="{99C2C6AC-1E23-4950-B244-072271182D83}" dt="2026-05-08T05:28:05.304" v="110" actId="1076"/>
          <ac:picMkLst>
            <pc:docMk/>
            <pc:sldMk cId="598824337" sldId="268"/>
            <ac:picMk id="4" creationId="{8D7537D5-AFBC-9C06-BF08-848A9B0B5AA2}"/>
          </ac:picMkLst>
        </pc:picChg>
        <pc:picChg chg="del">
          <ac:chgData name="Shilpi Arora" userId="25abb3453984b0f2" providerId="LiveId" clId="{99C2C6AC-1E23-4950-B244-072271182D83}" dt="2026-05-07T18:44:26.395" v="4" actId="478"/>
          <ac:picMkLst>
            <pc:docMk/>
            <pc:sldMk cId="598824337" sldId="268"/>
            <ac:picMk id="5" creationId="{4A1DB446-EA3F-4C37-FDD6-B877194E69A7}"/>
          </ac:picMkLst>
        </pc:picChg>
      </pc:sldChg>
      <pc:sldChg chg="addSp delSp modSp add mod">
        <pc:chgData name="Shilpi Arora" userId="25abb3453984b0f2" providerId="LiveId" clId="{99C2C6AC-1E23-4950-B244-072271182D83}" dt="2026-05-08T05:29:06.913" v="113" actId="113"/>
        <pc:sldMkLst>
          <pc:docMk/>
          <pc:sldMk cId="1986341455" sldId="269"/>
        </pc:sldMkLst>
        <pc:spChg chg="mod">
          <ac:chgData name="Shilpi Arora" userId="25abb3453984b0f2" providerId="LiveId" clId="{99C2C6AC-1E23-4950-B244-072271182D83}" dt="2026-05-07T18:55:23.426" v="89" actId="108"/>
          <ac:spMkLst>
            <pc:docMk/>
            <pc:sldMk cId="1986341455" sldId="269"/>
            <ac:spMk id="2" creationId="{3831312E-8FDE-F01A-A943-0AAB683CC3F1}"/>
          </ac:spMkLst>
        </pc:spChg>
        <pc:spChg chg="mod">
          <ac:chgData name="Shilpi Arora" userId="25abb3453984b0f2" providerId="LiveId" clId="{99C2C6AC-1E23-4950-B244-072271182D83}" dt="2026-05-07T18:49:50.709" v="57" actId="6549"/>
          <ac:spMkLst>
            <pc:docMk/>
            <pc:sldMk cId="1986341455" sldId="269"/>
            <ac:spMk id="3" creationId="{2488AAA4-6D21-D802-15A3-2E121EC513D3}"/>
          </ac:spMkLst>
        </pc:spChg>
        <pc:spChg chg="add mod">
          <ac:chgData name="Shilpi Arora" userId="25abb3453984b0f2" providerId="LiveId" clId="{99C2C6AC-1E23-4950-B244-072271182D83}" dt="2026-05-07T18:49:48.173" v="56"/>
          <ac:spMkLst>
            <pc:docMk/>
            <pc:sldMk cId="1986341455" sldId="269"/>
            <ac:spMk id="5" creationId="{2CF92A88-2B47-905A-817F-98944DEECA40}"/>
          </ac:spMkLst>
        </pc:spChg>
        <pc:spChg chg="add del mod">
          <ac:chgData name="Shilpi Arora" userId="25abb3453984b0f2" providerId="LiveId" clId="{99C2C6AC-1E23-4950-B244-072271182D83}" dt="2026-05-07T18:51:39.641" v="66"/>
          <ac:spMkLst>
            <pc:docMk/>
            <pc:sldMk cId="1986341455" sldId="269"/>
            <ac:spMk id="7" creationId="{61D1C88C-8512-906E-B66D-837D97BF7BE5}"/>
          </ac:spMkLst>
        </pc:spChg>
        <pc:graphicFrameChg chg="add mod">
          <ac:chgData name="Shilpi Arora" userId="25abb3453984b0f2" providerId="LiveId" clId="{99C2C6AC-1E23-4950-B244-072271182D83}" dt="2026-05-07T18:49:44.197" v="55"/>
          <ac:graphicFrameMkLst>
            <pc:docMk/>
            <pc:sldMk cId="1986341455" sldId="269"/>
            <ac:graphicFrameMk id="4" creationId="{A27455C8-2B94-C206-1D66-3D4D4723E9F8}"/>
          </ac:graphicFrameMkLst>
        </pc:graphicFrameChg>
        <pc:graphicFrameChg chg="add del mod modGraphic">
          <ac:chgData name="Shilpi Arora" userId="25abb3453984b0f2" providerId="LiveId" clId="{99C2C6AC-1E23-4950-B244-072271182D83}" dt="2026-05-07T18:51:39.641" v="64" actId="478"/>
          <ac:graphicFrameMkLst>
            <pc:docMk/>
            <pc:sldMk cId="1986341455" sldId="269"/>
            <ac:graphicFrameMk id="6" creationId="{D5BAAB60-A7F0-AB23-2DBE-255AFED037EC}"/>
          </ac:graphicFrameMkLst>
        </pc:graphicFrameChg>
        <pc:graphicFrameChg chg="add mod modGraphic">
          <ac:chgData name="Shilpi Arora" userId="25abb3453984b0f2" providerId="LiveId" clId="{99C2C6AC-1E23-4950-B244-072271182D83}" dt="2026-05-08T05:29:06.913" v="113" actId="113"/>
          <ac:graphicFrameMkLst>
            <pc:docMk/>
            <pc:sldMk cId="1986341455" sldId="269"/>
            <ac:graphicFrameMk id="8" creationId="{D4E9F412-306A-F555-7DC6-5D4B21B80744}"/>
          </ac:graphicFrameMkLst>
        </pc:graphicFrameChg>
      </pc:sldChg>
      <pc:sldChg chg="delSp modSp add mod">
        <pc:chgData name="Shilpi Arora" userId="25abb3453984b0f2" providerId="LiveId" clId="{99C2C6AC-1E23-4950-B244-072271182D83}" dt="2026-05-07T18:54:22.119" v="86" actId="478"/>
        <pc:sldMkLst>
          <pc:docMk/>
          <pc:sldMk cId="3293863074" sldId="270"/>
        </pc:sldMkLst>
        <pc:spChg chg="mod">
          <ac:chgData name="Shilpi Arora" userId="25abb3453984b0f2" providerId="LiveId" clId="{99C2C6AC-1E23-4950-B244-072271182D83}" dt="2026-05-07T18:54:20.095" v="85"/>
          <ac:spMkLst>
            <pc:docMk/>
            <pc:sldMk cId="3293863074" sldId="270"/>
            <ac:spMk id="3" creationId="{0F1F1D44-4082-53E5-83F7-E4E8654264BF}"/>
          </ac:spMkLst>
        </pc:spChg>
        <pc:picChg chg="del">
          <ac:chgData name="Shilpi Arora" userId="25abb3453984b0f2" providerId="LiveId" clId="{99C2C6AC-1E23-4950-B244-072271182D83}" dt="2026-05-07T18:54:22.119" v="86" actId="478"/>
          <ac:picMkLst>
            <pc:docMk/>
            <pc:sldMk cId="3293863074" sldId="270"/>
            <ac:picMk id="4" creationId="{7F432FB5-8CF3-262C-E29F-B22D1C2D5FE8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Traditional Web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Server-side: C#, Java, PHP</a:t>
            </a:r>
          </a:p>
          <a:p>
            <a:r>
              <a:rPr sz="2400" dirty="0"/>
              <a:t>Client-side: Angular, React, Vue</a:t>
            </a:r>
          </a:p>
          <a:p>
            <a:r>
              <a:rPr sz="2400" dirty="0"/>
              <a:t>Need to learn multiple technologies</a:t>
            </a:r>
          </a:p>
        </p:txBody>
      </p:sp>
      <p:pic>
        <p:nvPicPr>
          <p:cNvPr id="4" name="Picture 3" descr="why use webassembly">
            <a:extLst>
              <a:ext uri="{FF2B5EF4-FFF2-40B4-BE49-F238E27FC236}">
                <a16:creationId xmlns:a16="http://schemas.microsoft.com/office/drawing/2014/main" id="{3A1FA1EE-CC32-3EAF-F46F-E3FB2BB6A03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6979" y="3756479"/>
            <a:ext cx="4762500" cy="155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Why use two different languages?</a:t>
            </a:r>
          </a:p>
          <a:p>
            <a:r>
              <a:rPr sz="2400" dirty="0"/>
              <a:t>Can we use C# for both client and server?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E5869-BEC8-4BB5-1428-754274BF3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6C986-0D14-6258-D195-BA22A8A4E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What is Blazor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56CF4-CF3C-B99A-D189-BAC3FEA33B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Component based architecture.</a:t>
            </a:r>
          </a:p>
          <a:p>
            <a:r>
              <a:rPr lang="en-US" sz="2400" dirty="0"/>
              <a:t>Supports SPA.</a:t>
            </a:r>
          </a:p>
          <a:p>
            <a:r>
              <a:rPr lang="en-IN" sz="2400" dirty="0"/>
              <a:t>Uses Razor syntax</a:t>
            </a:r>
            <a:endParaRPr lang="en-US" sz="2400" dirty="0"/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/>
              <a:t>   Runs on </a:t>
            </a:r>
            <a:r>
              <a:rPr lang="en-US" altLang="en-US" sz="2400" dirty="0" err="1"/>
              <a:t>WebAssembly</a:t>
            </a:r>
            <a:r>
              <a:rPr lang="en-US" altLang="en-US" sz="2400" dirty="0"/>
              <a:t> or Server 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/>
              <a:t>   Full-stack development with C# </a:t>
            </a:r>
            <a:endParaRPr lang="en-US" sz="2400" dirty="0"/>
          </a:p>
          <a:p>
            <a:r>
              <a:rPr lang="en-US" sz="2400" dirty="0"/>
              <a:t>Reduces need for JavaScript</a:t>
            </a:r>
          </a:p>
          <a:p>
            <a:endParaRPr lang="en-US" sz="2400" dirty="0"/>
          </a:p>
          <a:p>
            <a:endParaRPr lang="en-US" dirty="0"/>
          </a:p>
          <a:p>
            <a:endParaRPr dirty="0"/>
          </a:p>
        </p:txBody>
      </p:sp>
      <p:pic>
        <p:nvPicPr>
          <p:cNvPr id="4" name="Picture 3" descr="why use blazor">
            <a:extLst>
              <a:ext uri="{FF2B5EF4-FFF2-40B4-BE49-F238E27FC236}">
                <a16:creationId xmlns:a16="http://schemas.microsoft.com/office/drawing/2014/main" id="{8D7537D5-AFBC-9C06-BF08-848A9B0B5AA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9100" y="4181475"/>
            <a:ext cx="4762500" cy="21526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988243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83ACEE-B3F9-71FF-2223-5841D283A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06D71-E15B-DA62-3040-8F0AD60CF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What is Blazor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F1D44-4082-53E5-83F7-E4E8654264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Blazor .NET 8 supports:</a:t>
            </a:r>
          </a:p>
          <a:p>
            <a:r>
              <a:rPr lang="en-US" sz="2400" dirty="0"/>
              <a:t>Static SSR (Server-Side Rendering) </a:t>
            </a:r>
          </a:p>
          <a:p>
            <a:r>
              <a:rPr lang="en-US" sz="2400" dirty="0"/>
              <a:t>Interactive Server </a:t>
            </a:r>
          </a:p>
          <a:p>
            <a:r>
              <a:rPr lang="en-US" sz="2400" dirty="0"/>
              <a:t>Interactive </a:t>
            </a:r>
            <a:r>
              <a:rPr lang="en-US" sz="2400" dirty="0" err="1"/>
              <a:t>WebAssembly</a:t>
            </a:r>
            <a:r>
              <a:rPr lang="en-US" sz="2400" dirty="0"/>
              <a:t> </a:t>
            </a:r>
          </a:p>
          <a:p>
            <a:r>
              <a:rPr lang="en-US" sz="2400" dirty="0"/>
              <a:t>Interactive Auto</a:t>
            </a:r>
          </a:p>
          <a:p>
            <a:endParaRPr lang="en-US" sz="2400" dirty="0"/>
          </a:p>
          <a:p>
            <a:endParaRPr lang="en-US" dirty="0"/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938630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What is Blazor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981B3F-489A-1481-28E7-FC31BDE1D2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00200"/>
            <a:ext cx="7794171" cy="460645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66D563-DFD7-1F6A-CBB7-4183E15AB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1312E-8FDE-F01A-A943-0AAB683CC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fontAlgn="base">
              <a:spcAft>
                <a:spcPct val="0"/>
              </a:spcAft>
            </a:pPr>
            <a:r>
              <a:rPr lang="en-US" altLang="en-US" dirty="0"/>
              <a:t>Rendering Mode Comparison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88AAA4-6D21-D802-15A3-2E121EC513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4E9F412-306A-F555-7DC6-5D4B21B807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3584718"/>
              </p:ext>
            </p:extLst>
          </p:nvPr>
        </p:nvGraphicFramePr>
        <p:xfrm>
          <a:off x="587829" y="1687286"/>
          <a:ext cx="7979229" cy="332014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58417">
                  <a:extLst>
                    <a:ext uri="{9D8B030D-6E8A-4147-A177-3AD203B41FA5}">
                      <a16:colId xmlns:a16="http://schemas.microsoft.com/office/drawing/2014/main" val="1708617418"/>
                    </a:ext>
                  </a:extLst>
                </a:gridCol>
                <a:gridCol w="1940894">
                  <a:extLst>
                    <a:ext uri="{9D8B030D-6E8A-4147-A177-3AD203B41FA5}">
                      <a16:colId xmlns:a16="http://schemas.microsoft.com/office/drawing/2014/main" val="1800915144"/>
                    </a:ext>
                  </a:extLst>
                </a:gridCol>
                <a:gridCol w="1874538">
                  <a:extLst>
                    <a:ext uri="{9D8B030D-6E8A-4147-A177-3AD203B41FA5}">
                      <a16:colId xmlns:a16="http://schemas.microsoft.com/office/drawing/2014/main" val="3950636021"/>
                    </a:ext>
                  </a:extLst>
                </a:gridCol>
                <a:gridCol w="2405380">
                  <a:extLst>
                    <a:ext uri="{9D8B030D-6E8A-4147-A177-3AD203B41FA5}">
                      <a16:colId xmlns:a16="http://schemas.microsoft.com/office/drawing/2014/main" val="3733189589"/>
                    </a:ext>
                  </a:extLst>
                </a:gridCol>
              </a:tblGrid>
              <a:tr h="55335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1" u="none" strike="noStrike" dirty="0">
                          <a:effectLst/>
                        </a:rPr>
                        <a:t>Mode</a:t>
                      </a:r>
                      <a:endParaRPr lang="en-IN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1" u="none" strike="noStrike" dirty="0">
                          <a:effectLst/>
                        </a:rPr>
                        <a:t>Runs Where</a:t>
                      </a:r>
                      <a:endParaRPr lang="en-IN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1" u="none" strike="noStrike" dirty="0">
                          <a:effectLst/>
                        </a:rPr>
                        <a:t>Requires </a:t>
                      </a:r>
                      <a:r>
                        <a:rPr lang="en-IN" sz="1800" b="1" u="none" strike="noStrike" dirty="0" err="1">
                          <a:effectLst/>
                        </a:rPr>
                        <a:t>SignalR</a:t>
                      </a:r>
                      <a:endParaRPr lang="en-IN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1" u="none" strike="noStrike" dirty="0">
                          <a:effectLst/>
                        </a:rPr>
                        <a:t>Offline Support</a:t>
                      </a:r>
                      <a:endParaRPr lang="en-IN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834425983"/>
                  </a:ext>
                </a:extLst>
              </a:tr>
              <a:tr h="55335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Static SSR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u="none" strike="noStrike" dirty="0">
                          <a:effectLst/>
                        </a:rPr>
                        <a:t>Server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No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No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954262668"/>
                  </a:ext>
                </a:extLst>
              </a:tr>
              <a:tr h="55335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Interactive Server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u="none" strike="noStrike" dirty="0">
                          <a:effectLst/>
                        </a:rPr>
                        <a:t>Server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u="none" strike="noStrike" dirty="0">
                          <a:effectLst/>
                        </a:rPr>
                        <a:t>Yes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No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186111119"/>
                  </a:ext>
                </a:extLst>
              </a:tr>
              <a:tr h="110671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Interactive WebAssembly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u="none" strike="noStrike" dirty="0">
                          <a:effectLst/>
                        </a:rPr>
                        <a:t>Browser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u="none" strike="noStrike" dirty="0">
                          <a:effectLst/>
                        </a:rPr>
                        <a:t>No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u="none" strike="noStrike" dirty="0">
                          <a:effectLst/>
                        </a:rPr>
                        <a:t>Yes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255665584"/>
                  </a:ext>
                </a:extLst>
              </a:tr>
              <a:tr h="55335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Interactive Auto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Server → Browser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Initially Yes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u="none" strike="noStrike" dirty="0">
                          <a:effectLst/>
                        </a:rPr>
                        <a:t>Partial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605002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63414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What is </a:t>
            </a:r>
            <a:r>
              <a:rPr dirty="0" err="1"/>
              <a:t>WebAssembly</a:t>
            </a:r>
            <a:r>
              <a:rPr dirty="0"/>
              <a:t> (WASM)?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Allows running C# in browser</a:t>
            </a:r>
          </a:p>
          <a:p>
            <a:r>
              <a:rPr sz="2400" dirty="0"/>
              <a:t>Works in all modern browsers</a:t>
            </a:r>
          </a:p>
          <a:p>
            <a:r>
              <a:rPr sz="2400" dirty="0"/>
              <a:t>No plugins required</a:t>
            </a:r>
          </a:p>
        </p:txBody>
      </p:sp>
      <p:pic>
        <p:nvPicPr>
          <p:cNvPr id="4" name="Picture 3" descr="how webassembly works">
            <a:extLst>
              <a:ext uri="{FF2B5EF4-FFF2-40B4-BE49-F238E27FC236}">
                <a16:creationId xmlns:a16="http://schemas.microsoft.com/office/drawing/2014/main" id="{508D8094-D090-843D-7F95-885D425F1F4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1314" y="3643313"/>
            <a:ext cx="3810000" cy="2482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Blazor WebAssembly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C# code compiled into .NET assemblies</a:t>
            </a:r>
          </a:p>
          <a:p>
            <a:r>
              <a:rPr sz="2400" dirty="0"/>
              <a:t>Downloaded </a:t>
            </a:r>
            <a:r>
              <a:rPr lang="en-IN" sz="2400" dirty="0"/>
              <a:t>.NET assemblies ,Runtime </a:t>
            </a:r>
            <a:r>
              <a:rPr sz="2400" dirty="0"/>
              <a:t>to browser</a:t>
            </a:r>
            <a:r>
              <a:rPr lang="en-IN" sz="2400" dirty="0"/>
              <a:t>.</a:t>
            </a:r>
            <a:endParaRPr sz="2400" dirty="0"/>
          </a:p>
          <a:p>
            <a:r>
              <a:rPr sz="2400" dirty="0"/>
              <a:t>Executed using </a:t>
            </a:r>
            <a:r>
              <a:rPr sz="2400" dirty="0" err="1"/>
              <a:t>WebAssembly</a:t>
            </a:r>
            <a:r>
              <a:rPr sz="2400" dirty="0"/>
              <a:t> runtime</a:t>
            </a:r>
            <a:r>
              <a:rPr lang="en-IN" sz="2400" dirty="0"/>
              <a:t>.</a:t>
            </a:r>
            <a:endParaRPr sz="2400" dirty="0"/>
          </a:p>
        </p:txBody>
      </p:sp>
      <p:pic>
        <p:nvPicPr>
          <p:cNvPr id="4" name="Picture 3" descr="how blazor webassembly works">
            <a:extLst>
              <a:ext uri="{FF2B5EF4-FFF2-40B4-BE49-F238E27FC236}">
                <a16:creationId xmlns:a16="http://schemas.microsoft.com/office/drawing/2014/main" id="{FD80B6FF-47F9-4D60-F61D-C897A8E9D75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9286" y="4016375"/>
            <a:ext cx="3810000" cy="2482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Blazor Hosting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Blazor </a:t>
            </a:r>
            <a:r>
              <a:rPr sz="2400" dirty="0" err="1"/>
              <a:t>WebAssembly</a:t>
            </a:r>
            <a:r>
              <a:rPr sz="2400" dirty="0"/>
              <a:t> (Client-side)</a:t>
            </a:r>
          </a:p>
          <a:p>
            <a:r>
              <a:rPr sz="2400" dirty="0"/>
              <a:t>Blazor Server (Server-side)</a:t>
            </a:r>
          </a:p>
          <a:p>
            <a:r>
              <a:rPr sz="2400" dirty="0"/>
              <a:t>Both use same framework</a:t>
            </a:r>
          </a:p>
        </p:txBody>
      </p:sp>
      <p:pic>
        <p:nvPicPr>
          <p:cNvPr id="4" name="Picture 3" descr="blazor webassembly and server">
            <a:extLst>
              <a:ext uri="{FF2B5EF4-FFF2-40B4-BE49-F238E27FC236}">
                <a16:creationId xmlns:a16="http://schemas.microsoft.com/office/drawing/2014/main" id="{D5891CF0-CAC1-643F-3761-26C4CF55594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2046" y="3571875"/>
            <a:ext cx="4286250" cy="273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Blazor simplifies development</a:t>
            </a:r>
          </a:p>
          <a:p>
            <a:r>
              <a:t>Reuse .NET skills</a:t>
            </a:r>
          </a:p>
          <a:p>
            <a:r>
              <a:t>Growing Microsoft support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201</Words>
  <Application>Microsoft Office PowerPoint</Application>
  <PresentationFormat>On-screen Show (4:3)</PresentationFormat>
  <Paragraphs>60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Traditional Web Development</vt:lpstr>
      <vt:lpstr>Problem Statement</vt:lpstr>
      <vt:lpstr>What is Blazor</vt:lpstr>
      <vt:lpstr>What is Blazor</vt:lpstr>
      <vt:lpstr>What is Blazor</vt:lpstr>
      <vt:lpstr>Rendering Mode Comparison</vt:lpstr>
      <vt:lpstr>What is WebAssembly (WASM)?</vt:lpstr>
      <vt:lpstr>How Blazor WebAssembly Works</vt:lpstr>
      <vt:lpstr>Blazor Hosting Models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Shilpi Arora</dc:creator>
  <cp:keywords/>
  <dc:description>generated using python-pptx</dc:description>
  <cp:lastModifiedBy>Shilpi Arora</cp:lastModifiedBy>
  <cp:revision>2</cp:revision>
  <dcterms:created xsi:type="dcterms:W3CDTF">2013-01-27T09:14:16Z</dcterms:created>
  <dcterms:modified xsi:type="dcterms:W3CDTF">2026-05-08T05:30:27Z</dcterms:modified>
  <cp:category/>
</cp:coreProperties>
</file>