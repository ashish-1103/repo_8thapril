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61" r:id="rId2"/>
    <p:sldId id="2562" r:id="rId3"/>
    <p:sldId id="2563" r:id="rId4"/>
    <p:sldId id="2564" r:id="rId5"/>
    <p:sldId id="2565" r:id="rId6"/>
    <p:sldId id="2566" r:id="rId7"/>
    <p:sldId id="2567" r:id="rId8"/>
    <p:sldId id="2568" r:id="rId9"/>
    <p:sldId id="2569" r:id="rId10"/>
    <p:sldId id="2570" r:id="rId11"/>
    <p:sldId id="2571" r:id="rId12"/>
    <p:sldId id="2572" r:id="rId13"/>
    <p:sldId id="2573" r:id="rId14"/>
    <p:sldId id="2574" r:id="rId15"/>
    <p:sldId id="2575"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Voguish - Home Decor &amp; Handicraft Brand Overview" id="{B7A7D9C1-40F1-4AE9-B209-6B6BBD363B49}">
          <p14:sldIdLst>
            <p14:sldId id="2561"/>
            <p14:sldId id="2562"/>
            <p14:sldId id="2563"/>
          </p14:sldIdLst>
        </p14:section>
        <p14:section name="Products and Services" id="{24236190-D06A-4434-88B2-13EB89C19E23}">
          <p14:sldIdLst>
            <p14:sldId id="2564"/>
            <p14:sldId id="2565"/>
            <p14:sldId id="2566"/>
          </p14:sldIdLst>
        </p14:section>
        <p14:section name="Sales Channels" id="{89A9C58B-93E8-406E-A8CC-7D811475B362}">
          <p14:sldIdLst>
            <p14:sldId id="2567"/>
            <p14:sldId id="2568"/>
            <p14:sldId id="2569"/>
          </p14:sldIdLst>
        </p14:section>
        <p14:section name="Value Proposition" id="{6D9B667E-A9AC-4457-8EC2-1033FB0FDFD5}">
          <p14:sldIdLst>
            <p14:sldId id="2570"/>
            <p14:sldId id="2571"/>
          </p14:sldIdLst>
        </p14:section>
        <p14:section name="Customer Experience" id="{C201F187-8829-48E4-BE0E-6A411CC1DA86}">
          <p14:sldIdLst>
            <p14:sldId id="2572"/>
            <p14:sldId id="2573"/>
          </p14:sldIdLst>
        </p14:section>
        <p14:section name="Contact Information" id="{9C7D20E3-97FC-47FE-B674-9CC95ECA4D9C}">
          <p14:sldIdLst>
            <p14:sldId id="2574"/>
            <p14:sldId id="25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9" d="100"/>
          <a:sy n="59" d="100"/>
        </p:scale>
        <p:origin x="94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529F40-54B9-4CAD-8F20-9D08D6B38A7A}" type="datetimeFigureOut">
              <a:t>6/9/2026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5054552-0698-485C-BE0B-D125E5ABF097}" type="slidenum">
              <a:t>‹#›</a:t>
            </a:fld>
            <a:endParaRPr lang="en-US"/>
          </a:p>
        </p:txBody>
      </p:sp>
    </p:spTree>
    <p:extLst>
      <p:ext uri="{BB962C8B-B14F-4D97-AF65-F5344CB8AC3E}">
        <p14:creationId xmlns:p14="http://schemas.microsoft.com/office/powerpoint/2010/main" val="25898675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Introduction to Voguish, About Us</a:t>
            </a:r>
          </a:p>
        </p:txBody>
      </p:sp>
      <p:sp>
        <p:nvSpPr>
          <p:cNvPr id="4" name="Slide Number Placeholder 3"/>
          <p:cNvSpPr>
            <a:spLocks noGrp="1"/>
          </p:cNvSpPr>
          <p:nvPr>
            <p:ph type="sldNum" sz="quarter" idx="5"/>
          </p:nvPr>
        </p:nvSpPr>
        <p:spPr/>
        <p:txBody>
          <a:bodyPr/>
          <a:lstStyle/>
          <a:p>
            <a:fld id="{D6980662-BAA7-4D9A-AA1E-903962A4E0C9}" type="slidenum">
              <a:t>1</a:t>
            </a:fld>
            <a:endParaRPr lang="en-US"/>
          </a:p>
        </p:txBody>
      </p:sp>
    </p:spTree>
    <p:extLst>
      <p:ext uri="{BB962C8B-B14F-4D97-AF65-F5344CB8AC3E}">
        <p14:creationId xmlns:p14="http://schemas.microsoft.com/office/powerpoint/2010/main" val="3349988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Voguish is a premium home decor and handicraft brand that focuses on bringing elegance, creativity, and craftsmanship into everyday living spaces. The company specializes in designing and delivering handcrafted decor products that seamlessly combine traditional techniques with contemporary design aesthetics. This unique blend allows Voguish to cater to a wide audience, from individuals seeking artistic additions to their homes to corporate clients looking for distinctive gifting options. The brand emphasizes quality, uniqueness, and attention to detail in every product, ensuring that each piece stands out as both functional and decorative. Additionally, Voguish aims to promote artisan craftsmanship by supporting skilled creators and preserving traditional art forms. By offering personalized designs and curated collections, the brand ensures that customers receive products that reflect their personal style and taste, making each purchase meaningful and memorable.</a:t>
            </a:r>
          </a:p>
        </p:txBody>
      </p:sp>
      <p:sp>
        <p:nvSpPr>
          <p:cNvPr id="4" name="Slide Number Placeholder 3"/>
          <p:cNvSpPr>
            <a:spLocks noGrp="1"/>
          </p:cNvSpPr>
          <p:nvPr>
            <p:ph type="sldNum" sz="quarter" idx="5"/>
          </p:nvPr>
        </p:nvSpPr>
        <p:spPr/>
        <p:txBody>
          <a:bodyPr/>
          <a:lstStyle/>
          <a:p>
            <a:fld id="{D6980662-BAA7-4D9A-AA1E-903962A4E0C9}" type="slidenum">
              <a:t>2</a:t>
            </a:fld>
            <a:endParaRPr lang="en-US"/>
          </a:p>
        </p:txBody>
      </p:sp>
    </p:spTree>
    <p:extLst>
      <p:ext uri="{BB962C8B-B14F-4D97-AF65-F5344CB8AC3E}">
        <p14:creationId xmlns:p14="http://schemas.microsoft.com/office/powerpoint/2010/main" val="39373481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Voguish is dedicated to delivering high-quality handcrafted home decor products that combine creativity, innovation, and cultural richness. The company’s mission is to transform ordinary spaces into beautiful, stylish environments through unique decor solutions. It prides itself on offering products that are not only visually appealing but also durable and meaningful. With a strong focus on customer satisfaction, Voguish continuously adapts its offerings to meet evolving market trends and preferences. The company works closely with artisans and designers to ensure that every piece reflects exceptional craftsmanship and originality. Furthermore, Voguish believes in sustainable practices and often incorporates eco-friendly materials in its production process. The brand’s commitment to quality, creativity, and ethical practices has helped it build trust and recognition among customers, making it a preferred choice for home decor and gifting solutions.</a:t>
            </a:r>
          </a:p>
        </p:txBody>
      </p:sp>
      <p:sp>
        <p:nvSpPr>
          <p:cNvPr id="4" name="Slide Number Placeholder 3"/>
          <p:cNvSpPr>
            <a:spLocks noGrp="1"/>
          </p:cNvSpPr>
          <p:nvPr>
            <p:ph type="sldNum" sz="quarter" idx="5"/>
          </p:nvPr>
        </p:nvSpPr>
        <p:spPr/>
        <p:txBody>
          <a:bodyPr/>
          <a:lstStyle/>
          <a:p>
            <a:fld id="{D6980662-BAA7-4D9A-AA1E-903962A4E0C9}" type="slidenum">
              <a:t>3</a:t>
            </a:fld>
            <a:endParaRPr lang="en-US"/>
          </a:p>
        </p:txBody>
      </p:sp>
    </p:spTree>
    <p:extLst>
      <p:ext uri="{BB962C8B-B14F-4D97-AF65-F5344CB8AC3E}">
        <p14:creationId xmlns:p14="http://schemas.microsoft.com/office/powerpoint/2010/main" val="11317294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Our Products, Corporate Gifting Services</a:t>
            </a:r>
          </a:p>
        </p:txBody>
      </p:sp>
      <p:sp>
        <p:nvSpPr>
          <p:cNvPr id="4" name="Slide Number Placeholder 3"/>
          <p:cNvSpPr>
            <a:spLocks noGrp="1"/>
          </p:cNvSpPr>
          <p:nvPr>
            <p:ph type="sldNum" sz="quarter" idx="5"/>
          </p:nvPr>
        </p:nvSpPr>
        <p:spPr/>
        <p:txBody>
          <a:bodyPr/>
          <a:lstStyle/>
          <a:p>
            <a:fld id="{D6980662-BAA7-4D9A-AA1E-903962A4E0C9}" type="slidenum">
              <a:t>4</a:t>
            </a:fld>
            <a:endParaRPr lang="en-US"/>
          </a:p>
        </p:txBody>
      </p:sp>
    </p:spTree>
    <p:extLst>
      <p:ext uri="{BB962C8B-B14F-4D97-AF65-F5344CB8AC3E}">
        <p14:creationId xmlns:p14="http://schemas.microsoft.com/office/powerpoint/2010/main" val="5438672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Voguish offers a diverse range of handcrafted products designed to enhance the beauty and ambiance of any space. The product portfolio includes decorative showpieces, wall art, home styling accessories, and elegant gift hampers. Each product is carefully crafted to ensure a perfect blend of aesthetics and functionality, making them suitable for both personal use and gifting purposes. The brand focuses on originality, ensuring that each item stands out with its distinct design and artistic appeal. Additionally, Voguish frequently updates its collections to align with modern design trends while maintaining the essence of traditional craftsmanship. Customers can choose from a wide variety of themes, materials, and styles, allowing them to find products that match their preferences and decor needs. Whether it is for home decoration or special occasions, Voguish products provide a perfect combination of beauty, quality, and uniqueness.</a:t>
            </a:r>
          </a:p>
        </p:txBody>
      </p:sp>
      <p:sp>
        <p:nvSpPr>
          <p:cNvPr id="4" name="Slide Number Placeholder 3"/>
          <p:cNvSpPr>
            <a:spLocks noGrp="1"/>
          </p:cNvSpPr>
          <p:nvPr>
            <p:ph type="sldNum" sz="quarter" idx="5"/>
          </p:nvPr>
        </p:nvSpPr>
        <p:spPr/>
        <p:txBody>
          <a:bodyPr/>
          <a:lstStyle/>
          <a:p>
            <a:fld id="{D6980662-BAA7-4D9A-AA1E-903962A4E0C9}" type="slidenum">
              <a:t>5</a:t>
            </a:fld>
            <a:endParaRPr lang="en-US"/>
          </a:p>
        </p:txBody>
      </p:sp>
    </p:spTree>
    <p:extLst>
      <p:ext uri="{BB962C8B-B14F-4D97-AF65-F5344CB8AC3E}">
        <p14:creationId xmlns:p14="http://schemas.microsoft.com/office/powerpoint/2010/main" val="21414477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Voguish specializes in corporate gifting solutions that cater to businesses looking for unique and high-quality gift items. The company offers customized products that can be tailored to reflect a brand’s identity, making them ideal for corporate events, employee recognition, client appreciation, and festive gifting. Voguish ensures that all corporate gifts are designed with premium materials and exceptional craftsmanship, creating a lasting impression on recipients. The brand also provides bulk order options, ensuring timely delivery and consistency in quality. By combining creativity with personalization, Voguish helps businesses strengthen relationships and enhance their brand image. Additionally, the company offers seasonal and themed collections, enabling organizations to select gifts that align with specific occasions. This focus on customization, quality, and reliability makes Voguish a trusted partner for corporate gifting needs.</a:t>
            </a:r>
          </a:p>
        </p:txBody>
      </p:sp>
      <p:sp>
        <p:nvSpPr>
          <p:cNvPr id="4" name="Slide Number Placeholder 3"/>
          <p:cNvSpPr>
            <a:spLocks noGrp="1"/>
          </p:cNvSpPr>
          <p:nvPr>
            <p:ph type="sldNum" sz="quarter" idx="5"/>
          </p:nvPr>
        </p:nvSpPr>
        <p:spPr/>
        <p:txBody>
          <a:bodyPr/>
          <a:lstStyle/>
          <a:p>
            <a:fld id="{D6980662-BAA7-4D9A-AA1E-903962A4E0C9}" type="slidenum">
              <a:t>6</a:t>
            </a:fld>
            <a:endParaRPr lang="en-US"/>
          </a:p>
        </p:txBody>
      </p:sp>
    </p:spTree>
    <p:extLst>
      <p:ext uri="{BB962C8B-B14F-4D97-AF65-F5344CB8AC3E}">
        <p14:creationId xmlns:p14="http://schemas.microsoft.com/office/powerpoint/2010/main" val="23495259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E-commerce and Digital Presence, Retail and Direct Sales</a:t>
            </a:r>
          </a:p>
        </p:txBody>
      </p:sp>
      <p:sp>
        <p:nvSpPr>
          <p:cNvPr id="4" name="Slide Number Placeholder 3"/>
          <p:cNvSpPr>
            <a:spLocks noGrp="1"/>
          </p:cNvSpPr>
          <p:nvPr>
            <p:ph type="sldNum" sz="quarter" idx="5"/>
          </p:nvPr>
        </p:nvSpPr>
        <p:spPr/>
        <p:txBody>
          <a:bodyPr/>
          <a:lstStyle/>
          <a:p>
            <a:fld id="{D6980662-BAA7-4D9A-AA1E-903962A4E0C9}" type="slidenum">
              <a:t>7</a:t>
            </a:fld>
            <a:endParaRPr lang="en-US"/>
          </a:p>
        </p:txBody>
      </p:sp>
    </p:spTree>
    <p:extLst>
      <p:ext uri="{BB962C8B-B14F-4D97-AF65-F5344CB8AC3E}">
        <p14:creationId xmlns:p14="http://schemas.microsoft.com/office/powerpoint/2010/main" val="30130334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Voguish leverages multiple digital platforms to reach a broad customer base and enhance accessibility. The company actively sells its products through Amazon, ensuring convenience and reliability for customers who prefer online shopping. In addition, Voguish utilizes Instagram as a key marketing and sales channel, showcasing its products through visually appealing content, reels, and customer engagement activities. This strong digital presence allows the brand to connect directly with its audience, build relationships, and promote new collections effectively. The use of social media also helps Voguish gather customer feedback, understand preferences, and introduce innovative designs. By combining e-commerce platforms with social media strategies, Voguish ensures seamless customer experiences and efficient product discovery. This approach enables the brand to stay competitive in the digital marketplace while maintaining a strong connection with its customers.</a:t>
            </a:r>
          </a:p>
        </p:txBody>
      </p:sp>
      <p:sp>
        <p:nvSpPr>
          <p:cNvPr id="4" name="Slide Number Placeholder 3"/>
          <p:cNvSpPr>
            <a:spLocks noGrp="1"/>
          </p:cNvSpPr>
          <p:nvPr>
            <p:ph type="sldNum" sz="quarter" idx="5"/>
          </p:nvPr>
        </p:nvSpPr>
        <p:spPr/>
        <p:txBody>
          <a:bodyPr/>
          <a:lstStyle/>
          <a:p>
            <a:fld id="{D6980662-BAA7-4D9A-AA1E-903962A4E0C9}" type="slidenum">
              <a:t>8</a:t>
            </a:fld>
            <a:endParaRPr lang="en-US"/>
          </a:p>
        </p:txBody>
      </p:sp>
    </p:spTree>
    <p:extLst>
      <p:ext uri="{BB962C8B-B14F-4D97-AF65-F5344CB8AC3E}">
        <p14:creationId xmlns:p14="http://schemas.microsoft.com/office/powerpoint/2010/main" val="35829007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In addition to its online presence, Voguish also focuses on retail and direct sales to expand its reach and provide customers with a personalized shopping experience. Retail channels allow customers to physically explore the products, appreciate their craftsmanship, and make informed purchase decisions. Direct sales, including exhibitions, pop-up stores, and local events, help the brand engage with customers face-to-face, building trust and brand loyalty. This multi-channel approach ensures that Voguish caters to diverse customer preferences, whether they prefer online convenience or in-person shopping. Furthermore, retail presence enhances brand visibility and credibility, making it easier for customers to recognize and trust the brand. By maintaining a balance between digital and physical sales channels, Voguish maximizes its market reach and strengthens its connection with customers.</a:t>
            </a:r>
          </a:p>
        </p:txBody>
      </p:sp>
      <p:sp>
        <p:nvSpPr>
          <p:cNvPr id="4" name="Slide Number Placeholder 3"/>
          <p:cNvSpPr>
            <a:spLocks noGrp="1"/>
          </p:cNvSpPr>
          <p:nvPr>
            <p:ph type="sldNum" sz="quarter" idx="5"/>
          </p:nvPr>
        </p:nvSpPr>
        <p:spPr/>
        <p:txBody>
          <a:bodyPr/>
          <a:lstStyle/>
          <a:p>
            <a:fld id="{D6980662-BAA7-4D9A-AA1E-903962A4E0C9}" type="slidenum">
              <a:t>9</a:t>
            </a:fld>
            <a:endParaRPr lang="en-US"/>
          </a:p>
        </p:txBody>
      </p:sp>
    </p:spTree>
    <p:extLst>
      <p:ext uri="{BB962C8B-B14F-4D97-AF65-F5344CB8AC3E}">
        <p14:creationId xmlns:p14="http://schemas.microsoft.com/office/powerpoint/2010/main" val="33611333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Unique Selling Points</a:t>
            </a:r>
          </a:p>
        </p:txBody>
      </p:sp>
      <p:sp>
        <p:nvSpPr>
          <p:cNvPr id="4" name="Slide Number Placeholder 3"/>
          <p:cNvSpPr>
            <a:spLocks noGrp="1"/>
          </p:cNvSpPr>
          <p:nvPr>
            <p:ph type="sldNum" sz="quarter" idx="5"/>
          </p:nvPr>
        </p:nvSpPr>
        <p:spPr/>
        <p:txBody>
          <a:bodyPr/>
          <a:lstStyle/>
          <a:p>
            <a:fld id="{D6980662-BAA7-4D9A-AA1E-903962A4E0C9}" type="slidenum">
              <a:t>10</a:t>
            </a:fld>
            <a:endParaRPr lang="en-US"/>
          </a:p>
        </p:txBody>
      </p:sp>
    </p:spTree>
    <p:extLst>
      <p:ext uri="{BB962C8B-B14F-4D97-AF65-F5344CB8AC3E}">
        <p14:creationId xmlns:p14="http://schemas.microsoft.com/office/powerpoint/2010/main" val="138880007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Voguish stands out in the home decor and handicraft industry due to its strong focus on quality, creativity, and personalization. One of its key selling points is the uniqueness of its products, which are designed to reflect individuality and artistic expression. The brand’s commitment to handcrafted excellence ensures that every item is made with precision and attention to detail. Additionally, Voguish offers customization options, allowing customers to create personalized decor and gifting solutions. The combination of traditional craftsmanship and modern aesthetics further sets the brand apart, appealing to a wide range of customers. Another important aspect is the affordability of premium products, making high-quality decor accessible to more people. By consistently delivering distinctive, well-crafted, and customizable products, Voguish builds strong customer loyalty and positions itself as a trusted brand in the market.</a:t>
            </a:r>
          </a:p>
        </p:txBody>
      </p:sp>
      <p:sp>
        <p:nvSpPr>
          <p:cNvPr id="4" name="Slide Number Placeholder 3"/>
          <p:cNvSpPr>
            <a:spLocks noGrp="1"/>
          </p:cNvSpPr>
          <p:nvPr>
            <p:ph type="sldNum" sz="quarter" idx="5"/>
          </p:nvPr>
        </p:nvSpPr>
        <p:spPr/>
        <p:txBody>
          <a:bodyPr/>
          <a:lstStyle/>
          <a:p>
            <a:fld id="{D6980662-BAA7-4D9A-AA1E-903962A4E0C9}" type="slidenum">
              <a:t>11</a:t>
            </a:fld>
            <a:endParaRPr lang="en-US"/>
          </a:p>
        </p:txBody>
      </p:sp>
    </p:spTree>
    <p:extLst>
      <p:ext uri="{BB962C8B-B14F-4D97-AF65-F5344CB8AC3E}">
        <p14:creationId xmlns:p14="http://schemas.microsoft.com/office/powerpoint/2010/main" val="378319602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Customer Engagement and Satisfaction</a:t>
            </a:r>
          </a:p>
        </p:txBody>
      </p:sp>
      <p:sp>
        <p:nvSpPr>
          <p:cNvPr id="4" name="Slide Number Placeholder 3"/>
          <p:cNvSpPr>
            <a:spLocks noGrp="1"/>
          </p:cNvSpPr>
          <p:nvPr>
            <p:ph type="sldNum" sz="quarter" idx="5"/>
          </p:nvPr>
        </p:nvSpPr>
        <p:spPr/>
        <p:txBody>
          <a:bodyPr/>
          <a:lstStyle/>
          <a:p>
            <a:fld id="{D6980662-BAA7-4D9A-AA1E-903962A4E0C9}" type="slidenum">
              <a:t>12</a:t>
            </a:fld>
            <a:endParaRPr lang="en-US"/>
          </a:p>
        </p:txBody>
      </p:sp>
    </p:spTree>
    <p:extLst>
      <p:ext uri="{BB962C8B-B14F-4D97-AF65-F5344CB8AC3E}">
        <p14:creationId xmlns:p14="http://schemas.microsoft.com/office/powerpoint/2010/main" val="410485543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Customer satisfaction is a core priority for Voguish, and the brand takes multiple steps to ensure a positive experience at every stage of the customer journey. From product selection to delivery, Voguish focuses on providing seamless and reliable service. The company actively engages with customers through social media, responding to queries, sharing updates, and gathering feedback. This interaction helps build trust and fosters long-term relationships. Additionally, Voguish ensures timely delivery, secure packaging, and high product quality, which contribute to customer satisfaction. The brand also encourages repeat purchases by offering new designs and collections regularly. By prioritizing customer needs and maintaining consistent quality, Voguish creates a strong and loyal customer base. This commitment to excellence ensures that customers not only receive great products but also enjoy a memorable and satisfying shopping experience.</a:t>
            </a:r>
          </a:p>
        </p:txBody>
      </p:sp>
      <p:sp>
        <p:nvSpPr>
          <p:cNvPr id="4" name="Slide Number Placeholder 3"/>
          <p:cNvSpPr>
            <a:spLocks noGrp="1"/>
          </p:cNvSpPr>
          <p:nvPr>
            <p:ph type="sldNum" sz="quarter" idx="5"/>
          </p:nvPr>
        </p:nvSpPr>
        <p:spPr/>
        <p:txBody>
          <a:bodyPr/>
          <a:lstStyle/>
          <a:p>
            <a:fld id="{D6980662-BAA7-4D9A-AA1E-903962A4E0C9}" type="slidenum">
              <a:t>13</a:t>
            </a:fld>
            <a:endParaRPr lang="en-US"/>
          </a:p>
        </p:txBody>
      </p:sp>
    </p:spTree>
    <p:extLst>
      <p:ext uri="{BB962C8B-B14F-4D97-AF65-F5344CB8AC3E}">
        <p14:creationId xmlns:p14="http://schemas.microsoft.com/office/powerpoint/2010/main" val="160387867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Contact Us</a:t>
            </a:r>
          </a:p>
        </p:txBody>
      </p:sp>
      <p:sp>
        <p:nvSpPr>
          <p:cNvPr id="4" name="Slide Number Placeholder 3"/>
          <p:cNvSpPr>
            <a:spLocks noGrp="1"/>
          </p:cNvSpPr>
          <p:nvPr>
            <p:ph type="sldNum" sz="quarter" idx="5"/>
          </p:nvPr>
        </p:nvSpPr>
        <p:spPr/>
        <p:txBody>
          <a:bodyPr/>
          <a:lstStyle/>
          <a:p>
            <a:fld id="{D6980662-BAA7-4D9A-AA1E-903962A4E0C9}" type="slidenum">
              <a:t>14</a:t>
            </a:fld>
            <a:endParaRPr lang="en-US"/>
          </a:p>
        </p:txBody>
      </p:sp>
    </p:spTree>
    <p:extLst>
      <p:ext uri="{BB962C8B-B14F-4D97-AF65-F5344CB8AC3E}">
        <p14:creationId xmlns:p14="http://schemas.microsoft.com/office/powerpoint/2010/main" val="292476523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Voguish provides multiple channels for customers and businesses to connect and explore its offerings. Customers can reach out via email for inquiries, orders, or customization requests, ensuring prompt and professional responses. The brand is also active on Instagram, where users can view product collections, stay updated with new launches, and directly interact with the team. Additionally, Voguish offers phone support for quick assistance and communication. These contact channels ensure accessibility and convenience for customers, allowing them to easily engage with the brand. Whether it is for corporate gifting, retail purchases, or product inquiries, Voguish ensures that its communication process is efficient and user-friendly. By maintaining strong customer support and communication channels, the company reinforces its commitment to customer satisfaction and long-term relationships.</a:t>
            </a:r>
          </a:p>
        </p:txBody>
      </p:sp>
      <p:sp>
        <p:nvSpPr>
          <p:cNvPr id="4" name="Slide Number Placeholder 3"/>
          <p:cNvSpPr>
            <a:spLocks noGrp="1"/>
          </p:cNvSpPr>
          <p:nvPr>
            <p:ph type="sldNum" sz="quarter" idx="5"/>
          </p:nvPr>
        </p:nvSpPr>
        <p:spPr/>
        <p:txBody>
          <a:bodyPr/>
          <a:lstStyle/>
          <a:p>
            <a:fld id="{D6980662-BAA7-4D9A-AA1E-903962A4E0C9}" type="slidenum">
              <a:t>15</a:t>
            </a:fld>
            <a:endParaRPr lang="en-US"/>
          </a:p>
        </p:txBody>
      </p:sp>
    </p:spTree>
    <p:extLst>
      <p:ext uri="{BB962C8B-B14F-4D97-AF65-F5344CB8AC3E}">
        <p14:creationId xmlns:p14="http://schemas.microsoft.com/office/powerpoint/2010/main" val="238494876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with Pictur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877CE2-4402-942B-FD26-6E29BDAB9B47}"/>
              </a:ext>
            </a:extLst>
          </p:cNvPr>
          <p:cNvSpPr>
            <a:spLocks noGrp="1"/>
          </p:cNvSpPr>
          <p:nvPr>
            <p:ph type="title"/>
          </p:nvPr>
        </p:nvSpPr>
        <p:spPr>
          <a:xfrm>
            <a:off x="402336" y="731407"/>
            <a:ext cx="6480450" cy="3038878"/>
          </a:xfrm>
        </p:spPr>
        <p:txBody>
          <a:bodyPr anchor="t">
            <a:normAutofit/>
          </a:bodyPr>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FF79075-DF30-526B-9548-3F9D7EF9FAA8}"/>
              </a:ext>
            </a:extLst>
          </p:cNvPr>
          <p:cNvSpPr>
            <a:spLocks noGrp="1"/>
          </p:cNvSpPr>
          <p:nvPr>
            <p:ph type="body" idx="1"/>
          </p:nvPr>
        </p:nvSpPr>
        <p:spPr>
          <a:xfrm>
            <a:off x="429315" y="5264528"/>
            <a:ext cx="6577526" cy="1001354"/>
          </a:xfrm>
        </p:spPr>
        <p:txBody>
          <a:bodyPr anchor="ctr">
            <a:normAutofit/>
          </a:bodyPr>
          <a:lstStyle>
            <a:lvl1pPr marL="0" indent="0">
              <a:buNone/>
              <a:defRPr sz="18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5" name="Footer Placeholder 4">
            <a:extLst>
              <a:ext uri="{FF2B5EF4-FFF2-40B4-BE49-F238E27FC236}">
                <a16:creationId xmlns:a16="http://schemas.microsoft.com/office/drawing/2014/main" id="{CEC3F3D2-CADD-A94F-6739-CCCDA6C6FA8C}"/>
              </a:ext>
            </a:extLst>
          </p:cNvPr>
          <p:cNvSpPr>
            <a:spLocks noGrp="1"/>
          </p:cNvSpPr>
          <p:nvPr>
            <p:ph type="ftr" sz="quarter" idx="11"/>
          </p:nvPr>
        </p:nvSpPr>
        <p:spPr>
          <a:xfrm>
            <a:off x="426780" y="6426091"/>
            <a:ext cx="4357544" cy="365125"/>
          </a:xfrm>
        </p:spPr>
        <p:txBody>
          <a:bodyPr/>
          <a:lstStyle/>
          <a:p>
            <a:r>
              <a:rPr lang="en-US"/>
              <a:t>Sample Footer Text</a:t>
            </a:r>
          </a:p>
        </p:txBody>
      </p:sp>
      <p:sp>
        <p:nvSpPr>
          <p:cNvPr id="4" name="Date Placeholder 3">
            <a:extLst>
              <a:ext uri="{FF2B5EF4-FFF2-40B4-BE49-F238E27FC236}">
                <a16:creationId xmlns:a16="http://schemas.microsoft.com/office/drawing/2014/main" id="{40CC541E-3AF5-9564-CE04-E4B86459DBE0}"/>
              </a:ext>
            </a:extLst>
          </p:cNvPr>
          <p:cNvSpPr>
            <a:spLocks noGrp="1"/>
          </p:cNvSpPr>
          <p:nvPr>
            <p:ph type="dt" sz="half" idx="10"/>
          </p:nvPr>
        </p:nvSpPr>
        <p:spPr>
          <a:xfrm>
            <a:off x="4932188" y="6426091"/>
            <a:ext cx="1431447" cy="365125"/>
          </a:xfrm>
        </p:spPr>
        <p:txBody>
          <a:bodyPr/>
          <a:lstStyle/>
          <a:p>
            <a:fld id="{395357C0-6E0D-46EB-9F8F-43803F348F24}" type="datetime1">
              <a:rPr lang="en-US" smtClean="0"/>
              <a:t>6/9/2026</a:t>
            </a:fld>
            <a:endParaRPr lang="en-US"/>
          </a:p>
        </p:txBody>
      </p:sp>
      <p:sp>
        <p:nvSpPr>
          <p:cNvPr id="6" name="Slide Number Placeholder 5">
            <a:extLst>
              <a:ext uri="{FF2B5EF4-FFF2-40B4-BE49-F238E27FC236}">
                <a16:creationId xmlns:a16="http://schemas.microsoft.com/office/drawing/2014/main" id="{C3C772A7-7F28-0EB0-D243-BCC6917DADA2}"/>
              </a:ext>
            </a:extLst>
          </p:cNvPr>
          <p:cNvSpPr>
            <a:spLocks noGrp="1"/>
          </p:cNvSpPr>
          <p:nvPr>
            <p:ph type="sldNum" sz="quarter" idx="12"/>
          </p:nvPr>
        </p:nvSpPr>
        <p:spPr>
          <a:xfrm>
            <a:off x="6382685" y="6426091"/>
            <a:ext cx="603114" cy="365125"/>
          </a:xfrm>
        </p:spPr>
        <p:txBody>
          <a:bodyPr/>
          <a:lstStyle/>
          <a:p>
            <a:fld id="{DD84031F-D6BF-4677-B12E-7D8B88BA70F7}" type="slidenum">
              <a:rPr lang="en-US" smtClean="0"/>
              <a:t>‹#›</a:t>
            </a:fld>
            <a:endParaRPr lang="en-US"/>
          </a:p>
        </p:txBody>
      </p:sp>
      <p:sp>
        <p:nvSpPr>
          <p:cNvPr id="9" name="Picture Placeholder 8">
            <a:extLst>
              <a:ext uri="{FF2B5EF4-FFF2-40B4-BE49-F238E27FC236}">
                <a16:creationId xmlns:a16="http://schemas.microsoft.com/office/drawing/2014/main" id="{6D3F2A15-2C96-2533-3F11-3EFA30B56716}"/>
              </a:ext>
            </a:extLst>
          </p:cNvPr>
          <p:cNvSpPr>
            <a:spLocks noGrp="1"/>
          </p:cNvSpPr>
          <p:nvPr>
            <p:ph type="pic" sz="quarter" idx="13" hasCustomPrompt="1"/>
          </p:nvPr>
        </p:nvSpPr>
        <p:spPr>
          <a:xfrm>
            <a:off x="7620000" y="0"/>
            <a:ext cx="4571999" cy="6858000"/>
          </a:xfrm>
          <a:blipFill>
            <a:blip r:embed="rId2">
              <a:alphaModFix amt="70000"/>
            </a:blip>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a:t> </a:t>
            </a:r>
          </a:p>
        </p:txBody>
      </p:sp>
      <p:cxnSp>
        <p:nvCxnSpPr>
          <p:cNvPr id="10" name="Straight Connector 9">
            <a:extLst>
              <a:ext uri="{FF2B5EF4-FFF2-40B4-BE49-F238E27FC236}">
                <a16:creationId xmlns:a16="http://schemas.microsoft.com/office/drawing/2014/main" id="{5022CE8C-DC47-AF8A-A37E-C04D364B8D63}"/>
              </a:ext>
            </a:extLst>
          </p:cNvPr>
          <p:cNvCxnSpPr>
            <a:cxnSpLocks/>
          </p:cNvCxnSpPr>
          <p:nvPr/>
        </p:nvCxnSpPr>
        <p:spPr>
          <a:xfrm>
            <a:off x="533400" y="6324773"/>
            <a:ext cx="648045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735A6ADE-4FF0-6E84-4D25-A3E7A481303D}"/>
              </a:ext>
            </a:extLst>
          </p:cNvPr>
          <p:cNvCxnSpPr>
            <a:cxnSpLocks/>
          </p:cNvCxnSpPr>
          <p:nvPr/>
        </p:nvCxnSpPr>
        <p:spPr>
          <a:xfrm>
            <a:off x="533400" y="5184424"/>
            <a:ext cx="6460509"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5B306735-74E7-C788-FB5F-7BC551ED5CDD}"/>
              </a:ext>
            </a:extLst>
          </p:cNvPr>
          <p:cNvCxnSpPr>
            <a:cxnSpLocks/>
          </p:cNvCxnSpPr>
          <p:nvPr/>
        </p:nvCxnSpPr>
        <p:spPr>
          <a:xfrm>
            <a:off x="533400" y="512722"/>
            <a:ext cx="6456409" cy="0"/>
          </a:xfrm>
          <a:prstGeom prst="line">
            <a:avLst/>
          </a:prstGeom>
          <a:ln w="47625">
            <a:solidFill>
              <a:schemeClr val="accent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61646802"/>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Conten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99679" y="332308"/>
            <a:ext cx="11253667" cy="909921"/>
          </a:xfrm>
        </p:spPr>
        <p:txBody>
          <a:bodyPr anchor="b"/>
          <a:lstStyle/>
          <a:p>
            <a:r>
              <a:rPr lang="en-US"/>
              <a:t>Click to edit Master title style</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02336" y="1488931"/>
            <a:ext cx="11253668" cy="47007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3C889C35-F31B-4EAB-A4E6-687A63844314}" type="datetime1">
              <a:rPr lang="en-US" smtClean="0"/>
              <a:t>6/9/2026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A04AB0D3-0312-25C6-7159-3EBA07E82C60}"/>
              </a:ext>
            </a:extLst>
          </p:cNvPr>
          <p:cNvCxnSpPr>
            <a:cxnSpLocks/>
          </p:cNvCxnSpPr>
          <p:nvPr/>
        </p:nvCxnSpPr>
        <p:spPr>
          <a:xfrm>
            <a:off x="530352" y="1357303"/>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55568104"/>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with Picture 2">
    <p:bg>
      <p:bgRef idx="1001">
        <a:schemeClr val="bg1"/>
      </p:bgRef>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1AAFFBF3-C898-85FC-D25A-592E29515C23}"/>
              </a:ext>
            </a:extLst>
          </p:cNvPr>
          <p:cNvSpPr>
            <a:spLocks noGrp="1"/>
          </p:cNvSpPr>
          <p:nvPr>
            <p:ph type="pic" sz="quarter" idx="13" hasCustomPrompt="1"/>
          </p:nvPr>
        </p:nvSpPr>
        <p:spPr>
          <a:xfrm>
            <a:off x="0" y="0"/>
            <a:ext cx="12192000" cy="6858000"/>
          </a:xfrm>
          <a:custGeom>
            <a:avLst/>
            <a:gdLst>
              <a:gd name="connsiteX0" fmla="*/ 510023 w 12192000"/>
              <a:gd name="connsiteY0" fmla="*/ 505353 h 6858000"/>
              <a:gd name="connsiteX1" fmla="*/ 510023 w 12192000"/>
              <a:gd name="connsiteY1" fmla="*/ 6352647 h 6858000"/>
              <a:gd name="connsiteX2" fmla="*/ 5415398 w 12192000"/>
              <a:gd name="connsiteY2" fmla="*/ 6352647 h 6858000"/>
              <a:gd name="connsiteX3" fmla="*/ 5415398 w 12192000"/>
              <a:gd name="connsiteY3" fmla="*/ 505353 h 6858000"/>
              <a:gd name="connsiteX4" fmla="*/ 0 w 12192000"/>
              <a:gd name="connsiteY4" fmla="*/ 0 h 6858000"/>
              <a:gd name="connsiteX5" fmla="*/ 12192000 w 12192000"/>
              <a:gd name="connsiteY5" fmla="*/ 0 h 6858000"/>
              <a:gd name="connsiteX6" fmla="*/ 12192000 w 12192000"/>
              <a:gd name="connsiteY6" fmla="*/ 6858000 h 6858000"/>
              <a:gd name="connsiteX7" fmla="*/ 0 w 121920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58000">
                <a:moveTo>
                  <a:pt x="510023" y="505353"/>
                </a:moveTo>
                <a:lnTo>
                  <a:pt x="510023" y="6352647"/>
                </a:lnTo>
                <a:lnTo>
                  <a:pt x="5415398" y="6352647"/>
                </a:lnTo>
                <a:lnTo>
                  <a:pt x="5415398" y="505353"/>
                </a:lnTo>
                <a:close/>
                <a:moveTo>
                  <a:pt x="0" y="0"/>
                </a:moveTo>
                <a:lnTo>
                  <a:pt x="12192000" y="0"/>
                </a:lnTo>
                <a:lnTo>
                  <a:pt x="12192000" y="6858000"/>
                </a:lnTo>
                <a:lnTo>
                  <a:pt x="0" y="6858000"/>
                </a:lnTo>
                <a:close/>
              </a:path>
            </a:pathLst>
          </a:custGeom>
          <a:blipFill>
            <a:blip r:embed="rId2">
              <a:alphaModFix amt="70000"/>
            </a:blip>
            <a:stretch>
              <a:fillRect/>
            </a:stretch>
          </a:blipFill>
          <a:effectLst>
            <a:innerShdw blurRad="215900" dist="25400" dir="13500000">
              <a:prstClr val="black">
                <a:alpha val="15000"/>
              </a:prstClr>
            </a:innerShdw>
          </a:effectLst>
        </p:spPr>
        <p:txBody>
          <a:bodyPr wrap="square">
            <a:noAutofit/>
          </a:bodyPr>
          <a:lstStyle>
            <a:lvl1pPr marL="0" indent="0">
              <a:buNone/>
              <a:defRPr/>
            </a:lvl1pPr>
          </a:lstStyle>
          <a:p>
            <a:r>
              <a:rPr lang="en-US"/>
              <a:t> </a:t>
            </a:r>
          </a:p>
        </p:txBody>
      </p:sp>
      <p:sp>
        <p:nvSpPr>
          <p:cNvPr id="2" name="Title 1">
            <a:extLst>
              <a:ext uri="{FF2B5EF4-FFF2-40B4-BE49-F238E27FC236}">
                <a16:creationId xmlns:a16="http://schemas.microsoft.com/office/drawing/2014/main" id="{60877CE2-4402-942B-FD26-6E29BDAB9B47}"/>
              </a:ext>
            </a:extLst>
          </p:cNvPr>
          <p:cNvSpPr>
            <a:spLocks noGrp="1"/>
          </p:cNvSpPr>
          <p:nvPr>
            <p:ph type="title"/>
          </p:nvPr>
        </p:nvSpPr>
        <p:spPr>
          <a:xfrm>
            <a:off x="839297" y="1136691"/>
            <a:ext cx="4135970" cy="3038878"/>
          </a:xfrm>
        </p:spPr>
        <p:txBody>
          <a:bodyPr anchor="t">
            <a:normAutofit/>
          </a:bodyPr>
          <a:lstStyle>
            <a:lvl1pPr>
              <a:defRPr sz="4400"/>
            </a:lvl1pPr>
          </a:lstStyle>
          <a:p>
            <a:r>
              <a:rPr lang="en-US"/>
              <a:t>Click to edit Master title style</a:t>
            </a:r>
          </a:p>
        </p:txBody>
      </p:sp>
      <p:sp>
        <p:nvSpPr>
          <p:cNvPr id="3" name="Text Placeholder 2">
            <a:extLst>
              <a:ext uri="{FF2B5EF4-FFF2-40B4-BE49-F238E27FC236}">
                <a16:creationId xmlns:a16="http://schemas.microsoft.com/office/drawing/2014/main" id="{4FF79075-DF30-526B-9548-3F9D7EF9FAA8}"/>
              </a:ext>
            </a:extLst>
          </p:cNvPr>
          <p:cNvSpPr>
            <a:spLocks noGrp="1"/>
          </p:cNvSpPr>
          <p:nvPr>
            <p:ph type="body" idx="1"/>
          </p:nvPr>
        </p:nvSpPr>
        <p:spPr>
          <a:xfrm>
            <a:off x="842093" y="5282217"/>
            <a:ext cx="4136599" cy="947146"/>
          </a:xfrm>
        </p:spPr>
        <p:txBody>
          <a:bodyPr anchor="t">
            <a:normAutofit/>
          </a:bodyPr>
          <a:lstStyle>
            <a:lvl1pPr marL="0" indent="0">
              <a:buNone/>
              <a:defRPr sz="18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5" name="Footer Placeholder 4">
            <a:extLst>
              <a:ext uri="{FF2B5EF4-FFF2-40B4-BE49-F238E27FC236}">
                <a16:creationId xmlns:a16="http://schemas.microsoft.com/office/drawing/2014/main" id="{CEC3F3D2-CADD-A94F-6739-CCCDA6C6FA8C}"/>
              </a:ext>
            </a:extLst>
          </p:cNvPr>
          <p:cNvSpPr>
            <a:spLocks noGrp="1"/>
          </p:cNvSpPr>
          <p:nvPr>
            <p:ph type="ftr" sz="quarter" idx="11"/>
          </p:nvPr>
        </p:nvSpPr>
        <p:spPr>
          <a:xfrm>
            <a:off x="402336" y="6426091"/>
            <a:ext cx="3877552" cy="365125"/>
          </a:xfrm>
        </p:spPr>
        <p:txBody>
          <a:bodyPr/>
          <a:lstStyle>
            <a:lvl1pPr>
              <a:defRPr>
                <a:solidFill>
                  <a:schemeClr val="bg1">
                    <a:alpha val="60000"/>
                  </a:schemeClr>
                </a:solidFill>
                <a:effectLst>
                  <a:outerShdw blurRad="38100" dist="38100" dir="2700000" algn="tl">
                    <a:srgbClr val="000000">
                      <a:alpha val="43137"/>
                    </a:srgbClr>
                  </a:outerShdw>
                </a:effectLst>
              </a:defRPr>
            </a:lvl1pPr>
          </a:lstStyle>
          <a:p>
            <a:r>
              <a:rPr lang="en-US"/>
              <a:t>Sample Footer Text</a:t>
            </a:r>
          </a:p>
        </p:txBody>
      </p:sp>
      <p:sp>
        <p:nvSpPr>
          <p:cNvPr id="4" name="Date Placeholder 3">
            <a:extLst>
              <a:ext uri="{FF2B5EF4-FFF2-40B4-BE49-F238E27FC236}">
                <a16:creationId xmlns:a16="http://schemas.microsoft.com/office/drawing/2014/main" id="{40CC541E-3AF5-9564-CE04-E4B86459DBE0}"/>
              </a:ext>
            </a:extLst>
          </p:cNvPr>
          <p:cNvSpPr>
            <a:spLocks noGrp="1"/>
          </p:cNvSpPr>
          <p:nvPr>
            <p:ph type="dt" sz="half" idx="10"/>
          </p:nvPr>
        </p:nvSpPr>
        <p:spPr/>
        <p:txBody>
          <a:bodyPr/>
          <a:lstStyle>
            <a:lvl1pPr>
              <a:defRPr>
                <a:solidFill>
                  <a:schemeClr val="bg1">
                    <a:alpha val="60000"/>
                  </a:schemeClr>
                </a:solidFill>
                <a:effectLst>
                  <a:outerShdw blurRad="38100" dist="38100" dir="2700000" algn="tl">
                    <a:srgbClr val="000000">
                      <a:alpha val="43137"/>
                    </a:srgbClr>
                  </a:outerShdw>
                </a:effectLst>
              </a:defRPr>
            </a:lvl1pPr>
          </a:lstStyle>
          <a:p>
            <a:fld id="{AAD51419-3F0D-4A1E-BC8B-A018756B4625}" type="datetime1">
              <a:rPr lang="en-US" smtClean="0"/>
              <a:t>6/9/2026</a:t>
            </a:fld>
            <a:endParaRPr lang="en-US"/>
          </a:p>
        </p:txBody>
      </p:sp>
      <p:sp>
        <p:nvSpPr>
          <p:cNvPr id="6" name="Slide Number Placeholder 5">
            <a:extLst>
              <a:ext uri="{FF2B5EF4-FFF2-40B4-BE49-F238E27FC236}">
                <a16:creationId xmlns:a16="http://schemas.microsoft.com/office/drawing/2014/main" id="{C3C772A7-7F28-0EB0-D243-BCC6917DADA2}"/>
              </a:ext>
            </a:extLst>
          </p:cNvPr>
          <p:cNvSpPr>
            <a:spLocks noGrp="1"/>
          </p:cNvSpPr>
          <p:nvPr>
            <p:ph type="sldNum" sz="quarter" idx="12"/>
          </p:nvPr>
        </p:nvSpPr>
        <p:spPr/>
        <p:txBody>
          <a:bodyPr/>
          <a:lstStyle>
            <a:lvl1pPr>
              <a:defRPr>
                <a:solidFill>
                  <a:schemeClr val="bg1">
                    <a:alpha val="60000"/>
                  </a:schemeClr>
                </a:solidFill>
                <a:effectLst>
                  <a:outerShdw blurRad="38100" dist="38100" dir="2700000" algn="tl">
                    <a:srgbClr val="000000">
                      <a:alpha val="43137"/>
                    </a:srgbClr>
                  </a:outerShdw>
                </a:effectLst>
              </a:defRPr>
            </a:lvl1pPr>
          </a:lstStyle>
          <a:p>
            <a:fld id="{DD84031F-D6BF-4677-B12E-7D8B88BA70F7}" type="slidenum">
              <a:rPr lang="en-US" smtClean="0"/>
              <a:t>‹#›</a:t>
            </a:fld>
            <a:endParaRPr lang="en-US"/>
          </a:p>
        </p:txBody>
      </p:sp>
      <p:cxnSp>
        <p:nvCxnSpPr>
          <p:cNvPr id="8" name="Straight Connector 7">
            <a:extLst>
              <a:ext uri="{FF2B5EF4-FFF2-40B4-BE49-F238E27FC236}">
                <a16:creationId xmlns:a16="http://schemas.microsoft.com/office/drawing/2014/main" id="{A280C4FA-D5DF-A52F-5EBC-E1A231F643A5}"/>
              </a:ext>
            </a:extLst>
          </p:cNvPr>
          <p:cNvCxnSpPr>
            <a:cxnSpLocks/>
          </p:cNvCxnSpPr>
          <p:nvPr/>
        </p:nvCxnSpPr>
        <p:spPr>
          <a:xfrm>
            <a:off x="944438" y="5162641"/>
            <a:ext cx="4030829"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22BEF2C1-7030-5074-0586-5EBAF7D59A33}"/>
              </a:ext>
            </a:extLst>
          </p:cNvPr>
          <p:cNvCxnSpPr>
            <a:cxnSpLocks/>
          </p:cNvCxnSpPr>
          <p:nvPr/>
        </p:nvCxnSpPr>
        <p:spPr>
          <a:xfrm>
            <a:off x="944438" y="904533"/>
            <a:ext cx="4036971" cy="0"/>
          </a:xfrm>
          <a:prstGeom prst="line">
            <a:avLst/>
          </a:prstGeom>
          <a:ln w="44450">
            <a:solidFill>
              <a:schemeClr val="accent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6989933"/>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with Picture 3">
    <p:bg>
      <p:bgRef idx="1001">
        <a:schemeClr val="bg1"/>
      </p:bgRef>
    </p:bg>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B1F847F0-1D67-5F49-6571-5F248F11275B}"/>
              </a:ext>
            </a:extLst>
          </p:cNvPr>
          <p:cNvCxnSpPr>
            <a:cxnSpLocks/>
          </p:cNvCxnSpPr>
          <p:nvPr/>
        </p:nvCxnSpPr>
        <p:spPr>
          <a:xfrm>
            <a:off x="8173214" y="530425"/>
            <a:ext cx="3485386" cy="0"/>
          </a:xfrm>
          <a:prstGeom prst="line">
            <a:avLst/>
          </a:prstGeom>
          <a:ln w="41275">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A280C4FA-D5DF-A52F-5EBC-E1A231F643A5}"/>
              </a:ext>
            </a:extLst>
          </p:cNvPr>
          <p:cNvCxnSpPr>
            <a:cxnSpLocks/>
          </p:cNvCxnSpPr>
          <p:nvPr/>
        </p:nvCxnSpPr>
        <p:spPr>
          <a:xfrm>
            <a:off x="8173214" y="5498461"/>
            <a:ext cx="3485386"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60877CE2-4402-942B-FD26-6E29BDAB9B47}"/>
              </a:ext>
            </a:extLst>
          </p:cNvPr>
          <p:cNvSpPr>
            <a:spLocks noGrp="1"/>
          </p:cNvSpPr>
          <p:nvPr>
            <p:ph type="title"/>
          </p:nvPr>
        </p:nvSpPr>
        <p:spPr>
          <a:xfrm>
            <a:off x="8043968" y="768351"/>
            <a:ext cx="3685656" cy="2843527"/>
          </a:xfrm>
        </p:spPr>
        <p:txBody>
          <a:bodyPr anchor="t">
            <a:normAutofit/>
          </a:bodyPr>
          <a:lstStyle>
            <a:lvl1pPr>
              <a:defRPr sz="4400"/>
            </a:lvl1pPr>
          </a:lstStyle>
          <a:p>
            <a:r>
              <a:rPr lang="en-US"/>
              <a:t>Click to edit Master title style</a:t>
            </a:r>
          </a:p>
        </p:txBody>
      </p:sp>
      <p:sp>
        <p:nvSpPr>
          <p:cNvPr id="9" name="Picture Placeholder 8">
            <a:extLst>
              <a:ext uri="{FF2B5EF4-FFF2-40B4-BE49-F238E27FC236}">
                <a16:creationId xmlns:a16="http://schemas.microsoft.com/office/drawing/2014/main" id="{6D3F2A15-2C96-2533-3F11-3EFA30B56716}"/>
              </a:ext>
            </a:extLst>
          </p:cNvPr>
          <p:cNvSpPr>
            <a:spLocks noGrp="1"/>
          </p:cNvSpPr>
          <p:nvPr>
            <p:ph type="pic" sz="quarter" idx="13" hasCustomPrompt="1"/>
          </p:nvPr>
        </p:nvSpPr>
        <p:spPr>
          <a:xfrm>
            <a:off x="0" y="0"/>
            <a:ext cx="7605681" cy="6858000"/>
          </a:xfrm>
          <a:blipFill>
            <a:blip r:embed="rId2">
              <a:alphaModFix amt="70000"/>
            </a:blip>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a:t> </a:t>
            </a:r>
          </a:p>
        </p:txBody>
      </p:sp>
      <p:sp>
        <p:nvSpPr>
          <p:cNvPr id="3" name="Text Placeholder 2">
            <a:extLst>
              <a:ext uri="{FF2B5EF4-FFF2-40B4-BE49-F238E27FC236}">
                <a16:creationId xmlns:a16="http://schemas.microsoft.com/office/drawing/2014/main" id="{4FF79075-DF30-526B-9548-3F9D7EF9FAA8}"/>
              </a:ext>
            </a:extLst>
          </p:cNvPr>
          <p:cNvSpPr>
            <a:spLocks noGrp="1"/>
          </p:cNvSpPr>
          <p:nvPr>
            <p:ph type="body" idx="1"/>
          </p:nvPr>
        </p:nvSpPr>
        <p:spPr>
          <a:xfrm>
            <a:off x="8073978" y="5681133"/>
            <a:ext cx="3655646" cy="664191"/>
          </a:xfrm>
        </p:spPr>
        <p:txBody>
          <a:bodyPr anchor="t">
            <a:normAutofit/>
          </a:bodyPr>
          <a:lstStyle>
            <a:lvl1pPr marL="0" indent="0">
              <a:buNone/>
              <a:defRPr sz="18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11" name="Footer Placeholder 10">
            <a:extLst>
              <a:ext uri="{FF2B5EF4-FFF2-40B4-BE49-F238E27FC236}">
                <a16:creationId xmlns:a16="http://schemas.microsoft.com/office/drawing/2014/main" id="{E2571521-DF5C-DF9C-1A62-5F1513FC610C}"/>
              </a:ext>
            </a:extLst>
          </p:cNvPr>
          <p:cNvSpPr>
            <a:spLocks noGrp="1"/>
          </p:cNvSpPr>
          <p:nvPr>
            <p:ph type="ftr" sz="quarter" idx="15"/>
          </p:nvPr>
        </p:nvSpPr>
        <p:spPr>
          <a:xfrm>
            <a:off x="8073978" y="6426091"/>
            <a:ext cx="2295058" cy="365125"/>
          </a:xfrm>
        </p:spPr>
        <p:txBody>
          <a:bodyPr/>
          <a:lstStyle/>
          <a:p>
            <a:r>
              <a:rPr lang="en-US"/>
              <a:t>Sample Footer Text</a:t>
            </a:r>
          </a:p>
        </p:txBody>
      </p:sp>
      <p:sp>
        <p:nvSpPr>
          <p:cNvPr id="10" name="Date Placeholder 9">
            <a:extLst>
              <a:ext uri="{FF2B5EF4-FFF2-40B4-BE49-F238E27FC236}">
                <a16:creationId xmlns:a16="http://schemas.microsoft.com/office/drawing/2014/main" id="{1135B836-FBFB-89F8-B972-11036B55F5CF}"/>
              </a:ext>
            </a:extLst>
          </p:cNvPr>
          <p:cNvSpPr>
            <a:spLocks noGrp="1"/>
          </p:cNvSpPr>
          <p:nvPr>
            <p:ph type="dt" sz="half" idx="14"/>
          </p:nvPr>
        </p:nvSpPr>
        <p:spPr>
          <a:xfrm>
            <a:off x="10298013" y="6426091"/>
            <a:ext cx="875825" cy="365125"/>
          </a:xfrm>
        </p:spPr>
        <p:txBody>
          <a:bodyPr/>
          <a:lstStyle/>
          <a:p>
            <a:fld id="{DB416C6F-BD23-48A3-9D04-6B6FEC3702B5}" type="datetime1">
              <a:rPr lang="en-US" smtClean="0"/>
              <a:t>6/9/2026</a:t>
            </a:fld>
            <a:endParaRPr lang="en-US"/>
          </a:p>
        </p:txBody>
      </p:sp>
      <p:sp>
        <p:nvSpPr>
          <p:cNvPr id="12" name="Slide Number Placeholder 11">
            <a:extLst>
              <a:ext uri="{FF2B5EF4-FFF2-40B4-BE49-F238E27FC236}">
                <a16:creationId xmlns:a16="http://schemas.microsoft.com/office/drawing/2014/main" id="{50AD8387-A9F9-E9E2-1138-08C0AA495719}"/>
              </a:ext>
            </a:extLst>
          </p:cNvPr>
          <p:cNvSpPr>
            <a:spLocks noGrp="1"/>
          </p:cNvSpPr>
          <p:nvPr>
            <p:ph type="sldNum" sz="quarter" idx="16"/>
          </p:nvPr>
        </p:nvSpPr>
        <p:spPr/>
        <p:txBody>
          <a:bodyPr/>
          <a:lstStyle/>
          <a:p>
            <a:fld id="{DD84031F-D6BF-4677-B12E-7D8B88BA70F7}" type="slidenum">
              <a:rPr lang="en-US" smtClean="0"/>
              <a:t>‹#›</a:t>
            </a:fld>
            <a:endParaRPr lang="en-US"/>
          </a:p>
        </p:txBody>
      </p:sp>
    </p:spTree>
    <p:extLst>
      <p:ext uri="{BB962C8B-B14F-4D97-AF65-F5344CB8AC3E}">
        <p14:creationId xmlns:p14="http://schemas.microsoft.com/office/powerpoint/2010/main" val="2408520437"/>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Title with Picture 4">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877CE2-4402-942B-FD26-6E29BDAB9B47}"/>
              </a:ext>
            </a:extLst>
          </p:cNvPr>
          <p:cNvSpPr>
            <a:spLocks noGrp="1"/>
          </p:cNvSpPr>
          <p:nvPr>
            <p:ph type="title"/>
          </p:nvPr>
        </p:nvSpPr>
        <p:spPr>
          <a:xfrm>
            <a:off x="429901" y="5056743"/>
            <a:ext cx="11339400" cy="966902"/>
          </a:xfrm>
        </p:spPr>
        <p:txBody>
          <a:bodyPr anchor="b">
            <a:normAutofit/>
          </a:bodyPr>
          <a:lstStyle>
            <a:lvl1pPr>
              <a:defRPr sz="4800">
                <a:solidFill>
                  <a:schemeClr val="tx1"/>
                </a:solidFill>
              </a:defRPr>
            </a:lvl1pPr>
          </a:lstStyle>
          <a:p>
            <a:r>
              <a:rPr lang="en-US"/>
              <a:t>Click to edit Master title style</a:t>
            </a:r>
          </a:p>
        </p:txBody>
      </p:sp>
      <p:sp>
        <p:nvSpPr>
          <p:cNvPr id="9" name="Picture Placeholder 8">
            <a:extLst>
              <a:ext uri="{FF2B5EF4-FFF2-40B4-BE49-F238E27FC236}">
                <a16:creationId xmlns:a16="http://schemas.microsoft.com/office/drawing/2014/main" id="{6D3F2A15-2C96-2533-3F11-3EFA30B56716}"/>
              </a:ext>
            </a:extLst>
          </p:cNvPr>
          <p:cNvSpPr>
            <a:spLocks noGrp="1"/>
          </p:cNvSpPr>
          <p:nvPr>
            <p:ph type="pic" sz="quarter" idx="13" hasCustomPrompt="1"/>
          </p:nvPr>
        </p:nvSpPr>
        <p:spPr>
          <a:xfrm>
            <a:off x="0" y="0"/>
            <a:ext cx="12192000" cy="4930912"/>
          </a:xfrm>
          <a:blipFill>
            <a:blip r:embed="rId2">
              <a:alphaModFix amt="70000"/>
            </a:blip>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a:t> </a:t>
            </a:r>
          </a:p>
        </p:txBody>
      </p:sp>
      <p:sp>
        <p:nvSpPr>
          <p:cNvPr id="3" name="Text Placeholder 2">
            <a:extLst>
              <a:ext uri="{FF2B5EF4-FFF2-40B4-BE49-F238E27FC236}">
                <a16:creationId xmlns:a16="http://schemas.microsoft.com/office/drawing/2014/main" id="{4FF79075-DF30-526B-9548-3F9D7EF9FAA8}"/>
              </a:ext>
            </a:extLst>
          </p:cNvPr>
          <p:cNvSpPr>
            <a:spLocks noGrp="1"/>
          </p:cNvSpPr>
          <p:nvPr>
            <p:ph type="body" idx="1"/>
          </p:nvPr>
        </p:nvSpPr>
        <p:spPr>
          <a:xfrm>
            <a:off x="429902" y="5979576"/>
            <a:ext cx="11339400" cy="365126"/>
          </a:xfrm>
        </p:spPr>
        <p:txBody>
          <a:bodyPr anchor="t">
            <a:normAutofit/>
          </a:bodyPr>
          <a:lstStyle>
            <a:lvl1pPr marL="0" indent="0">
              <a:buNone/>
              <a:defRPr sz="18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8" name="Footer Placeholder 7">
            <a:extLst>
              <a:ext uri="{FF2B5EF4-FFF2-40B4-BE49-F238E27FC236}">
                <a16:creationId xmlns:a16="http://schemas.microsoft.com/office/drawing/2014/main" id="{3F256503-7989-932D-DE04-B424AC0B97DF}"/>
              </a:ext>
            </a:extLst>
          </p:cNvPr>
          <p:cNvSpPr>
            <a:spLocks noGrp="1"/>
          </p:cNvSpPr>
          <p:nvPr>
            <p:ph type="ftr" sz="quarter" idx="15"/>
          </p:nvPr>
        </p:nvSpPr>
        <p:spPr/>
        <p:txBody>
          <a:bodyPr/>
          <a:lstStyle/>
          <a:p>
            <a:r>
              <a:rPr lang="en-US"/>
              <a:t>Sample Footer Text</a:t>
            </a:r>
          </a:p>
        </p:txBody>
      </p:sp>
      <p:sp>
        <p:nvSpPr>
          <p:cNvPr id="7" name="Date Placeholder 6">
            <a:extLst>
              <a:ext uri="{FF2B5EF4-FFF2-40B4-BE49-F238E27FC236}">
                <a16:creationId xmlns:a16="http://schemas.microsoft.com/office/drawing/2014/main" id="{623E99C9-C336-E83E-56A6-D68659547CAF}"/>
              </a:ext>
            </a:extLst>
          </p:cNvPr>
          <p:cNvSpPr>
            <a:spLocks noGrp="1"/>
          </p:cNvSpPr>
          <p:nvPr>
            <p:ph type="dt" sz="half" idx="14"/>
          </p:nvPr>
        </p:nvSpPr>
        <p:spPr/>
        <p:txBody>
          <a:bodyPr/>
          <a:lstStyle/>
          <a:p>
            <a:fld id="{C135F28A-0986-4E7B-B35D-341D39FBD191}" type="datetime1">
              <a:rPr lang="en-US" smtClean="0"/>
              <a:t>6/9/2026</a:t>
            </a:fld>
            <a:endParaRPr lang="en-US"/>
          </a:p>
        </p:txBody>
      </p:sp>
      <p:sp>
        <p:nvSpPr>
          <p:cNvPr id="10" name="Slide Number Placeholder 9">
            <a:extLst>
              <a:ext uri="{FF2B5EF4-FFF2-40B4-BE49-F238E27FC236}">
                <a16:creationId xmlns:a16="http://schemas.microsoft.com/office/drawing/2014/main" id="{757A77FC-B384-BD30-0961-237F594F200F}"/>
              </a:ext>
            </a:extLst>
          </p:cNvPr>
          <p:cNvSpPr>
            <a:spLocks noGrp="1"/>
          </p:cNvSpPr>
          <p:nvPr>
            <p:ph type="sldNum" sz="quarter" idx="16"/>
          </p:nvPr>
        </p:nvSpPr>
        <p:spPr/>
        <p:txBody>
          <a:bodyPr/>
          <a:lstStyle/>
          <a:p>
            <a:fld id="{DD84031F-D6BF-4677-B12E-7D8B88BA70F7}" type="slidenum">
              <a:rPr lang="en-US" smtClean="0"/>
              <a:t>‹#›</a:t>
            </a:fld>
            <a:endParaRPr lang="en-US"/>
          </a:p>
        </p:txBody>
      </p:sp>
    </p:spTree>
    <p:extLst>
      <p:ext uri="{BB962C8B-B14F-4D97-AF65-F5344CB8AC3E}">
        <p14:creationId xmlns:p14="http://schemas.microsoft.com/office/powerpoint/2010/main" val="3042209083"/>
      </p:ext>
    </p:extLst>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Titl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4DF58-285B-E151-006A-D88C36BBB753}"/>
              </a:ext>
            </a:extLst>
          </p:cNvPr>
          <p:cNvSpPr>
            <a:spLocks noGrp="1"/>
          </p:cNvSpPr>
          <p:nvPr>
            <p:ph type="ctrTitle"/>
          </p:nvPr>
        </p:nvSpPr>
        <p:spPr>
          <a:xfrm>
            <a:off x="419238" y="398050"/>
            <a:ext cx="9635668" cy="3671398"/>
          </a:xfrm>
        </p:spPr>
        <p:txBody>
          <a:bodyPr vert="horz" lIns="91440" tIns="45720" rIns="91440" bIns="45720" rtlCol="0" anchor="t">
            <a:normAutofit/>
          </a:bodyPr>
          <a:lstStyle>
            <a:lvl1pPr>
              <a:defRPr lang="en-US" sz="6600" dirty="0">
                <a:solidFill>
                  <a:schemeClr val="accent1"/>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F9206861-2B51-5BD1-EB7B-C21E31ED4CF6}"/>
              </a:ext>
            </a:extLst>
          </p:cNvPr>
          <p:cNvSpPr>
            <a:spLocks noGrp="1"/>
          </p:cNvSpPr>
          <p:nvPr>
            <p:ph type="subTitle" idx="1"/>
          </p:nvPr>
        </p:nvSpPr>
        <p:spPr>
          <a:xfrm>
            <a:off x="432322" y="5669280"/>
            <a:ext cx="9620300" cy="756807"/>
          </a:xfrm>
        </p:spPr>
        <p:txBody>
          <a:bodyPr vert="horz" lIns="91440" tIns="45720" rIns="91440" bIns="45720" rtlCol="0">
            <a:normAutofit/>
          </a:bodyPr>
          <a:lstStyle>
            <a:lvl1pPr marL="0" indent="0">
              <a:buNone/>
              <a:defRPr lang="en-US" dirty="0"/>
            </a:lvl1pPr>
          </a:lstStyle>
          <a:p>
            <a:pPr lvl="0"/>
            <a:r>
              <a:rPr lang="en-US"/>
              <a:t>Click to edit Master subtitle style</a:t>
            </a:r>
          </a:p>
        </p:txBody>
      </p:sp>
      <p:sp>
        <p:nvSpPr>
          <p:cNvPr id="5" name="Footer Placeholder 4">
            <a:extLst>
              <a:ext uri="{FF2B5EF4-FFF2-40B4-BE49-F238E27FC236}">
                <a16:creationId xmlns:a16="http://schemas.microsoft.com/office/drawing/2014/main" id="{822DDD77-F8A9-7EC7-8615-6A38937CE728}"/>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98AB215-86A6-6EC5-BC27-7962FA84A1AE}"/>
              </a:ext>
            </a:extLst>
          </p:cNvPr>
          <p:cNvSpPr>
            <a:spLocks noGrp="1"/>
          </p:cNvSpPr>
          <p:nvPr>
            <p:ph type="dt" sz="half" idx="10"/>
          </p:nvPr>
        </p:nvSpPr>
        <p:spPr/>
        <p:txBody>
          <a:bodyPr/>
          <a:lstStyle/>
          <a:p>
            <a:fld id="{DD9686BE-81E0-4285-A95D-6934CDF6209E}" type="datetime1">
              <a:rPr lang="en-US" smtClean="0"/>
              <a:t>6/9/2026</a:t>
            </a:fld>
            <a:endParaRPr lang="en-US"/>
          </a:p>
        </p:txBody>
      </p:sp>
      <p:sp>
        <p:nvSpPr>
          <p:cNvPr id="6" name="Slide Number Placeholder 5">
            <a:extLst>
              <a:ext uri="{FF2B5EF4-FFF2-40B4-BE49-F238E27FC236}">
                <a16:creationId xmlns:a16="http://schemas.microsoft.com/office/drawing/2014/main" id="{4360CECF-E526-1422-4780-123B6B1E96C9}"/>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9" name="Straight Connector 8">
            <a:extLst>
              <a:ext uri="{FF2B5EF4-FFF2-40B4-BE49-F238E27FC236}">
                <a16:creationId xmlns:a16="http://schemas.microsoft.com/office/drawing/2014/main" id="{46EBC7DB-A84C-6AE6-0446-4E466A133069}"/>
              </a:ext>
            </a:extLst>
          </p:cNvPr>
          <p:cNvCxnSpPr>
            <a:cxnSpLocks/>
          </p:cNvCxnSpPr>
          <p:nvPr/>
        </p:nvCxnSpPr>
        <p:spPr>
          <a:xfrm>
            <a:off x="530352" y="5498461"/>
            <a:ext cx="11124446"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13733614"/>
      </p:ext>
    </p:extLst>
  </p:cSld>
  <p:clrMapOvr>
    <a:overrideClrMapping bg1="lt1" tx1="dk1" bg2="lt2" tx2="dk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4DF58-285B-E151-006A-D88C36BBB753}"/>
              </a:ext>
            </a:extLst>
          </p:cNvPr>
          <p:cNvSpPr>
            <a:spLocks noGrp="1"/>
          </p:cNvSpPr>
          <p:nvPr>
            <p:ph type="ctrTitle"/>
          </p:nvPr>
        </p:nvSpPr>
        <p:spPr>
          <a:xfrm>
            <a:off x="402336" y="765750"/>
            <a:ext cx="9635668" cy="3455113"/>
          </a:xfrm>
        </p:spPr>
        <p:txBody>
          <a:bodyPr vert="horz" lIns="91440" tIns="45720" rIns="91440" bIns="45720" rtlCol="0" anchor="t">
            <a:normAutofit/>
          </a:bodyPr>
          <a:lstStyle>
            <a:lvl1pPr>
              <a:defRPr lang="en-US" sz="8800" dirty="0">
                <a:solidFill>
                  <a:schemeClr val="accent1"/>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F9206861-2B51-5BD1-EB7B-C21E31ED4CF6}"/>
              </a:ext>
            </a:extLst>
          </p:cNvPr>
          <p:cNvSpPr>
            <a:spLocks noGrp="1"/>
          </p:cNvSpPr>
          <p:nvPr>
            <p:ph type="subTitle" idx="1"/>
          </p:nvPr>
        </p:nvSpPr>
        <p:spPr>
          <a:xfrm>
            <a:off x="429428" y="5271844"/>
            <a:ext cx="9613065" cy="1001356"/>
          </a:xfrm>
        </p:spPr>
        <p:txBody>
          <a:bodyPr vert="horz" lIns="91440" tIns="45720" rIns="91440" bIns="45720" rtlCol="0" anchor="ctr">
            <a:normAutofit/>
          </a:bodyPr>
          <a:lstStyle>
            <a:lvl1pPr marL="0" indent="0">
              <a:buNone/>
              <a:defRPr lang="en-US" dirty="0"/>
            </a:lvl1pPr>
          </a:lstStyle>
          <a:p>
            <a:pPr lvl="0"/>
            <a:r>
              <a:rPr lang="en-US"/>
              <a:t>Click to edit Master subtitle style</a:t>
            </a:r>
          </a:p>
        </p:txBody>
      </p:sp>
      <p:sp>
        <p:nvSpPr>
          <p:cNvPr id="5" name="Footer Placeholder 4">
            <a:extLst>
              <a:ext uri="{FF2B5EF4-FFF2-40B4-BE49-F238E27FC236}">
                <a16:creationId xmlns:a16="http://schemas.microsoft.com/office/drawing/2014/main" id="{822DDD77-F8A9-7EC7-8615-6A38937CE728}"/>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98AB215-86A6-6EC5-BC27-7962FA84A1AE}"/>
              </a:ext>
            </a:extLst>
          </p:cNvPr>
          <p:cNvSpPr>
            <a:spLocks noGrp="1"/>
          </p:cNvSpPr>
          <p:nvPr>
            <p:ph type="dt" sz="half" idx="10"/>
          </p:nvPr>
        </p:nvSpPr>
        <p:spPr/>
        <p:txBody>
          <a:bodyPr/>
          <a:lstStyle/>
          <a:p>
            <a:fld id="{EB464E07-DAE2-4D6D-BDD9-1CE7637F446D}" type="datetime1">
              <a:rPr lang="en-US" smtClean="0"/>
              <a:t>6/9/2026</a:t>
            </a:fld>
            <a:endParaRPr lang="en-US"/>
          </a:p>
        </p:txBody>
      </p:sp>
      <p:sp>
        <p:nvSpPr>
          <p:cNvPr id="6" name="Slide Number Placeholder 5">
            <a:extLst>
              <a:ext uri="{FF2B5EF4-FFF2-40B4-BE49-F238E27FC236}">
                <a16:creationId xmlns:a16="http://schemas.microsoft.com/office/drawing/2014/main" id="{4360CECF-E526-1422-4780-123B6B1E96C9}"/>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12" name="Straight Connector 11">
            <a:extLst>
              <a:ext uri="{FF2B5EF4-FFF2-40B4-BE49-F238E27FC236}">
                <a16:creationId xmlns:a16="http://schemas.microsoft.com/office/drawing/2014/main" id="{D4CDCB79-1025-8102-1BC6-378AB173CBFF}"/>
              </a:ext>
            </a:extLst>
          </p:cNvPr>
          <p:cNvCxnSpPr>
            <a:cxnSpLocks/>
          </p:cNvCxnSpPr>
          <p:nvPr/>
        </p:nvCxnSpPr>
        <p:spPr>
          <a:xfrm>
            <a:off x="533400" y="5184424"/>
            <a:ext cx="1112520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CEF23CAD-F5FD-3FB3-B413-1F54592B07E7}"/>
              </a:ext>
            </a:extLst>
          </p:cNvPr>
          <p:cNvCxnSpPr>
            <a:cxnSpLocks/>
          </p:cNvCxnSpPr>
          <p:nvPr/>
        </p:nvCxnSpPr>
        <p:spPr>
          <a:xfrm>
            <a:off x="533400" y="6324600"/>
            <a:ext cx="1112520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33656110"/>
      </p:ext>
    </p:extLst>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Title 3">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4DF58-285B-E151-006A-D88C36BBB753}"/>
              </a:ext>
            </a:extLst>
          </p:cNvPr>
          <p:cNvSpPr>
            <a:spLocks noGrp="1"/>
          </p:cNvSpPr>
          <p:nvPr>
            <p:ph type="ctrTitle"/>
          </p:nvPr>
        </p:nvSpPr>
        <p:spPr>
          <a:xfrm>
            <a:off x="402336" y="765750"/>
            <a:ext cx="9635668" cy="3528339"/>
          </a:xfrm>
        </p:spPr>
        <p:txBody>
          <a:bodyPr vert="horz" lIns="91440" tIns="45720" rIns="91440" bIns="45720" rtlCol="0" anchor="t">
            <a:normAutofit/>
          </a:bodyPr>
          <a:lstStyle>
            <a:lvl1pPr>
              <a:defRPr lang="en-US" sz="8800" dirty="0">
                <a:solidFill>
                  <a:schemeClr val="tx1"/>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F9206861-2B51-5BD1-EB7B-C21E31ED4CF6}"/>
              </a:ext>
            </a:extLst>
          </p:cNvPr>
          <p:cNvSpPr>
            <a:spLocks noGrp="1"/>
          </p:cNvSpPr>
          <p:nvPr>
            <p:ph type="subTitle" idx="1"/>
          </p:nvPr>
        </p:nvSpPr>
        <p:spPr>
          <a:xfrm>
            <a:off x="434857" y="5184425"/>
            <a:ext cx="10575756" cy="1153220"/>
          </a:xfrm>
        </p:spPr>
        <p:txBody>
          <a:bodyPr vert="horz" lIns="91440" tIns="45720" rIns="91440" bIns="45720" rtlCol="0" anchor="ctr">
            <a:normAutofit/>
          </a:bodyPr>
          <a:lstStyle>
            <a:lvl1pPr marL="0" indent="0">
              <a:buNone/>
              <a:defRPr lang="en-US" dirty="0">
                <a:solidFill>
                  <a:schemeClr val="tx1"/>
                </a:solidFill>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822DDD77-F8A9-7EC7-8615-6A38937CE728}"/>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098AB215-86A6-6EC5-BC27-7962FA84A1AE}"/>
              </a:ext>
            </a:extLst>
          </p:cNvPr>
          <p:cNvSpPr>
            <a:spLocks noGrp="1"/>
          </p:cNvSpPr>
          <p:nvPr>
            <p:ph type="dt" sz="half" idx="10"/>
          </p:nvPr>
        </p:nvSpPr>
        <p:spPr/>
        <p:txBody>
          <a:bodyPr/>
          <a:lstStyle>
            <a:lvl1pPr>
              <a:defRPr>
                <a:solidFill>
                  <a:schemeClr val="tx1"/>
                </a:solidFill>
              </a:defRPr>
            </a:lvl1pPr>
          </a:lstStyle>
          <a:p>
            <a:fld id="{531D259D-9AB9-44BA-8FCD-FE201F91B5A0}" type="datetime1">
              <a:rPr lang="en-US" smtClean="0"/>
              <a:t>6/9/2026</a:t>
            </a:fld>
            <a:endParaRPr lang="en-US"/>
          </a:p>
        </p:txBody>
      </p:sp>
      <p:sp>
        <p:nvSpPr>
          <p:cNvPr id="6" name="Slide Number Placeholder 5">
            <a:extLst>
              <a:ext uri="{FF2B5EF4-FFF2-40B4-BE49-F238E27FC236}">
                <a16:creationId xmlns:a16="http://schemas.microsoft.com/office/drawing/2014/main" id="{4360CECF-E526-1422-4780-123B6B1E96C9}"/>
              </a:ext>
            </a:extLst>
          </p:cNvPr>
          <p:cNvSpPr>
            <a:spLocks noGrp="1"/>
          </p:cNvSpPr>
          <p:nvPr>
            <p:ph type="sldNum" sz="quarter" idx="12"/>
          </p:nvPr>
        </p:nvSpPr>
        <p:spPr/>
        <p:txBody>
          <a:bodyPr/>
          <a:lstStyle>
            <a:lvl1pPr>
              <a:defRPr>
                <a:solidFill>
                  <a:schemeClr val="tx1"/>
                </a:solidFill>
              </a:defRPr>
            </a:lvl1pPr>
          </a:lstStyle>
          <a:p>
            <a:fld id="{DD84031F-D6BF-4677-B12E-7D8B88BA70F7}" type="slidenum">
              <a:rPr lang="en-US" smtClean="0"/>
              <a:t>‹#›</a:t>
            </a:fld>
            <a:endParaRPr lang="en-US"/>
          </a:p>
        </p:txBody>
      </p:sp>
      <p:cxnSp>
        <p:nvCxnSpPr>
          <p:cNvPr id="11" name="Straight Connector 10">
            <a:extLst>
              <a:ext uri="{FF2B5EF4-FFF2-40B4-BE49-F238E27FC236}">
                <a16:creationId xmlns:a16="http://schemas.microsoft.com/office/drawing/2014/main" id="{3817982C-A325-8307-2486-3AD646261E04}"/>
              </a:ext>
            </a:extLst>
          </p:cNvPr>
          <p:cNvCxnSpPr>
            <a:cxnSpLocks/>
          </p:cNvCxnSpPr>
          <p:nvPr/>
        </p:nvCxnSpPr>
        <p:spPr>
          <a:xfrm>
            <a:off x="533400" y="533538"/>
            <a:ext cx="11127005" cy="0"/>
          </a:xfrm>
          <a:prstGeom prst="line">
            <a:avLst/>
          </a:prstGeom>
          <a:ln w="603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2C02859D-9F11-5594-CFD3-C5FDE18CACB3}"/>
              </a:ext>
            </a:extLst>
          </p:cNvPr>
          <p:cNvCxnSpPr>
            <a:cxnSpLocks/>
          </p:cNvCxnSpPr>
          <p:nvPr/>
        </p:nvCxnSpPr>
        <p:spPr>
          <a:xfrm>
            <a:off x="533400" y="5169248"/>
            <a:ext cx="11127005"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6A0AD802-2887-3310-1453-789DB76F58DF}"/>
              </a:ext>
            </a:extLst>
          </p:cNvPr>
          <p:cNvCxnSpPr>
            <a:cxnSpLocks/>
          </p:cNvCxnSpPr>
          <p:nvPr/>
        </p:nvCxnSpPr>
        <p:spPr>
          <a:xfrm>
            <a:off x="533400" y="6330811"/>
            <a:ext cx="11119945"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07937167"/>
      </p:ext>
    </p:extLst>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92EA34-13CC-54C1-DE3D-4F1D5D55C9A7}"/>
              </a:ext>
            </a:extLst>
          </p:cNvPr>
          <p:cNvSpPr>
            <a:spLocks noGrp="1"/>
          </p:cNvSpPr>
          <p:nvPr>
            <p:ph type="title"/>
          </p:nvPr>
        </p:nvSpPr>
        <p:spPr>
          <a:xfrm>
            <a:off x="426997" y="3018408"/>
            <a:ext cx="8961120" cy="3247475"/>
          </a:xfrm>
        </p:spPr>
        <p:txBody>
          <a:bodyPr anchor="b">
            <a:normAutofit/>
          </a:bodyPr>
          <a:lstStyle>
            <a:lvl1pPr>
              <a:defRPr sz="66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9F1849E7-8E94-3B02-239C-AAB481596BFD}"/>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8F845713-EE4C-7615-B812-531C14CF0CA2}"/>
              </a:ext>
            </a:extLst>
          </p:cNvPr>
          <p:cNvSpPr>
            <a:spLocks noGrp="1"/>
          </p:cNvSpPr>
          <p:nvPr>
            <p:ph type="dt" sz="half" idx="10"/>
          </p:nvPr>
        </p:nvSpPr>
        <p:spPr/>
        <p:txBody>
          <a:bodyPr/>
          <a:lstStyle>
            <a:lvl1pPr>
              <a:defRPr>
                <a:solidFill>
                  <a:schemeClr val="tx1"/>
                </a:solidFill>
              </a:defRPr>
            </a:lvl1pPr>
          </a:lstStyle>
          <a:p>
            <a:fld id="{74EB0658-C877-4D58-A83B-07BEE0E4C7B4}" type="datetime1">
              <a:rPr lang="en-US" smtClean="0"/>
              <a:t>6/9/2026</a:t>
            </a:fld>
            <a:endParaRPr lang="en-US"/>
          </a:p>
        </p:txBody>
      </p:sp>
      <p:sp>
        <p:nvSpPr>
          <p:cNvPr id="6" name="Slide Number Placeholder 5">
            <a:extLst>
              <a:ext uri="{FF2B5EF4-FFF2-40B4-BE49-F238E27FC236}">
                <a16:creationId xmlns:a16="http://schemas.microsoft.com/office/drawing/2014/main" id="{70644BD7-C050-D052-8408-65ADAAF674FF}"/>
              </a:ext>
            </a:extLst>
          </p:cNvPr>
          <p:cNvSpPr>
            <a:spLocks noGrp="1"/>
          </p:cNvSpPr>
          <p:nvPr>
            <p:ph type="sldNum" sz="quarter" idx="12"/>
          </p:nvPr>
        </p:nvSpPr>
        <p:spPr/>
        <p:txBody>
          <a:bodyPr/>
          <a:lstStyle>
            <a:lvl1pPr>
              <a:defRPr>
                <a:solidFill>
                  <a:schemeClr val="tx1"/>
                </a:solidFill>
              </a:defRPr>
            </a:lvl1p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6FD05DD5-DCB7-49C7-5E41-2DBD8B73D6D2}"/>
              </a:ext>
            </a:extLst>
          </p:cNvPr>
          <p:cNvCxnSpPr>
            <a:cxnSpLocks/>
          </p:cNvCxnSpPr>
          <p:nvPr/>
        </p:nvCxnSpPr>
        <p:spPr>
          <a:xfrm>
            <a:off x="530646" y="531958"/>
            <a:ext cx="11127954"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69FDA663-314D-CA26-DF41-CB3FDC0733F0}"/>
              </a:ext>
            </a:extLst>
          </p:cNvPr>
          <p:cNvCxnSpPr>
            <a:cxnSpLocks/>
          </p:cNvCxnSpPr>
          <p:nvPr/>
        </p:nvCxnSpPr>
        <p:spPr>
          <a:xfrm>
            <a:off x="533400" y="6324600"/>
            <a:ext cx="111252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57251711"/>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Agenda">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402336" y="392851"/>
            <a:ext cx="7525512" cy="1882595"/>
          </a:xfrm>
        </p:spPr>
        <p:txBody>
          <a:bodyPr anchor="t">
            <a:normAutofit/>
          </a:bodyPr>
          <a:lstStyle>
            <a:lvl1pPr>
              <a:defRPr sz="6600">
                <a:solidFill>
                  <a:schemeClr val="accent1"/>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434856" y="2502245"/>
            <a:ext cx="7492991" cy="3669956"/>
          </a:xfrm>
        </p:spPr>
        <p:txBody>
          <a:bodyPr vert="horz" lIns="91440" tIns="45720" rIns="91440" bIns="45720" rtlCol="0" anchor="t">
            <a:normAutofit/>
          </a:bodyPr>
          <a:lstStyle>
            <a:lvl1pPr marL="457200" indent="-457200">
              <a:buFont typeface="+mj-lt"/>
              <a:buAutoNum type="arabicPeriod"/>
              <a:defRPr lang="en-US" sz="2000" dirty="0"/>
            </a:lvl1pPr>
            <a:lvl2pPr marL="800100" indent="-342900">
              <a:buFont typeface="+mj-lt"/>
              <a:buAutoNum type="arabicPeriod"/>
              <a:defRPr lang="en-US" sz="1800" dirty="0"/>
            </a:lvl2pPr>
            <a:lvl3pPr marL="1257300" indent="-342900">
              <a:buFont typeface="+mj-lt"/>
              <a:buAutoNum type="arabicPeriod"/>
              <a:defRPr lang="en-US" sz="1600" dirty="0"/>
            </a:lvl3pPr>
            <a:lvl4pPr marL="1714500" indent="-342900">
              <a:buFont typeface="+mj-lt"/>
              <a:buAutoNum type="arabicPeriod"/>
              <a:defRPr lang="en-US" sz="1600" dirty="0"/>
            </a:lvl4pPr>
            <a:lvl5pPr marL="2171700" indent="-342900">
              <a:buFont typeface="+mj-lt"/>
              <a:buAutoNum type="arabicPeriod"/>
              <a:defRPr lang="en-US" sz="16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395056F1-F5E2-4ED8-9ED2-B4DCC32FE4B1}" type="datetime1">
              <a:rPr lang="en-US" smtClean="0"/>
              <a:t>6/9/2026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DD84031F-D6BF-4677-B12E-7D8B88BA70F7}" type="slidenum">
              <a:rPr lang="en-US" smtClean="0"/>
              <a:t>‹#›</a:t>
            </a:fld>
            <a:endParaRPr lang="en-US"/>
          </a:p>
        </p:txBody>
      </p:sp>
    </p:spTree>
    <p:extLst>
      <p:ext uri="{BB962C8B-B14F-4D97-AF65-F5344CB8AC3E}">
        <p14:creationId xmlns:p14="http://schemas.microsoft.com/office/powerpoint/2010/main" val="2209349207"/>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cSld name="Agenda with Pictur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402336" y="401519"/>
            <a:ext cx="6516938" cy="2091068"/>
          </a:xfrm>
        </p:spPr>
        <p:txBody>
          <a:bodyPr anchor="t">
            <a:normAutofit/>
          </a:bodyPr>
          <a:lstStyle>
            <a:lvl1pPr>
              <a:defRPr sz="6600">
                <a:solidFill>
                  <a:schemeClr val="accent1"/>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436526" y="2897442"/>
            <a:ext cx="6482747" cy="3279838"/>
          </a:xfrm>
        </p:spPr>
        <p:txBody>
          <a:bodyPr vert="horz" lIns="91440" tIns="45720" rIns="91440" bIns="45720" rtlCol="0">
            <a:normAutofit/>
          </a:bodyPr>
          <a:lstStyle>
            <a:lvl1pPr marL="457200" indent="-457200">
              <a:buFont typeface="+mj-lt"/>
              <a:buAutoNum type="arabicPeriod"/>
              <a:defRPr lang="en-US" sz="2000" dirty="0"/>
            </a:lvl1pPr>
            <a:lvl2pPr marL="800100" indent="-342900">
              <a:buFont typeface="+mj-lt"/>
              <a:buAutoNum type="arabicPeriod"/>
              <a:defRPr lang="en-US" sz="1800" dirty="0"/>
            </a:lvl2pPr>
            <a:lvl3pPr marL="1257300" indent="-342900">
              <a:buFont typeface="+mj-lt"/>
              <a:buAutoNum type="arabicPeriod"/>
              <a:defRPr lang="en-US" sz="1600" dirty="0"/>
            </a:lvl3pPr>
            <a:lvl4pPr marL="1714500" indent="-342900">
              <a:buFont typeface="+mj-lt"/>
              <a:buAutoNum type="arabicPeriod"/>
              <a:defRPr lang="en-US" sz="1600" dirty="0"/>
            </a:lvl4pPr>
            <a:lvl5pPr marL="2171700" indent="-342900">
              <a:buFont typeface="+mj-lt"/>
              <a:buAutoNum type="arabicPeriod"/>
              <a:defRPr lang="en-US" sz="16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402336" y="6426091"/>
            <a:ext cx="4303014" cy="365125"/>
          </a:xfrm>
        </p:spPr>
        <p:txBody>
          <a:bodyPr/>
          <a:lstStyle/>
          <a:p>
            <a:r>
              <a:rPr lang="en-US"/>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4895850" y="6416667"/>
            <a:ext cx="1420310" cy="365125"/>
          </a:xfrm>
        </p:spPr>
        <p:txBody>
          <a:bodyPr/>
          <a:lstStyle/>
          <a:p>
            <a:fld id="{87333073-65C1-4CC7-BBE7-8F5A3AFB183B}" type="datetime1">
              <a:rPr lang="en-US" smtClean="0"/>
              <a:t>6/9/2026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6316160" y="6416667"/>
            <a:ext cx="603114" cy="365125"/>
          </a:xfrm>
        </p:spPr>
        <p:txBody>
          <a:bodyPr/>
          <a:lstStyle/>
          <a:p>
            <a:fld id="{DD84031F-D6BF-4677-B12E-7D8B88BA70F7}" type="slidenum">
              <a:rPr lang="en-US" smtClean="0"/>
              <a:t>‹#›</a:t>
            </a:fld>
            <a:endParaRPr lang="en-US"/>
          </a:p>
        </p:txBody>
      </p:sp>
      <p:sp>
        <p:nvSpPr>
          <p:cNvPr id="8" name="Picture Placeholder 8">
            <a:extLst>
              <a:ext uri="{FF2B5EF4-FFF2-40B4-BE49-F238E27FC236}">
                <a16:creationId xmlns:a16="http://schemas.microsoft.com/office/drawing/2014/main" id="{FBFCD9F4-28CD-7877-8D0E-B6685E2A124F}"/>
              </a:ext>
            </a:extLst>
          </p:cNvPr>
          <p:cNvSpPr>
            <a:spLocks noGrp="1"/>
          </p:cNvSpPr>
          <p:nvPr>
            <p:ph type="pic" sz="quarter" idx="14" hasCustomPrompt="1"/>
          </p:nvPr>
        </p:nvSpPr>
        <p:spPr>
          <a:xfrm>
            <a:off x="7619999" y="0"/>
            <a:ext cx="4571999" cy="6857999"/>
          </a:xfrm>
          <a:blipFill>
            <a:blip r:embed="rId2">
              <a:alphaModFix amt="70000"/>
            </a:blip>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a:t> </a:t>
            </a:r>
          </a:p>
        </p:txBody>
      </p:sp>
      <p:cxnSp>
        <p:nvCxnSpPr>
          <p:cNvPr id="9" name="Straight Connector 8">
            <a:extLst>
              <a:ext uri="{FF2B5EF4-FFF2-40B4-BE49-F238E27FC236}">
                <a16:creationId xmlns:a16="http://schemas.microsoft.com/office/drawing/2014/main" id="{0E6481B7-DF51-286F-B976-0777FDDAC524}"/>
              </a:ext>
            </a:extLst>
          </p:cNvPr>
          <p:cNvCxnSpPr>
            <a:cxnSpLocks/>
          </p:cNvCxnSpPr>
          <p:nvPr/>
        </p:nvCxnSpPr>
        <p:spPr>
          <a:xfrm>
            <a:off x="530352" y="2670800"/>
            <a:ext cx="6402856" cy="0"/>
          </a:xfrm>
          <a:prstGeom prst="line">
            <a:avLst/>
          </a:prstGeom>
          <a:ln w="9525">
            <a:solidFill>
              <a:schemeClr val="tx1">
                <a:lumMod val="25000"/>
                <a:lumOff val="7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86445147"/>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Agenda with Pictur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402336" y="3380188"/>
            <a:ext cx="4688732" cy="2313195"/>
          </a:xfrm>
        </p:spPr>
        <p:txBody>
          <a:bodyPr anchor="t">
            <a:normAutofit/>
          </a:bodyPr>
          <a:lstStyle>
            <a:lvl1pPr>
              <a:defRPr sz="5400">
                <a:solidFill>
                  <a:schemeClr val="accent1"/>
                </a:solidFill>
              </a:defRPr>
            </a:lvl1pPr>
          </a:lstStyle>
          <a:p>
            <a:r>
              <a:rPr lang="en-US"/>
              <a:t>Click to edit Master title style</a:t>
            </a:r>
          </a:p>
        </p:txBody>
      </p:sp>
      <p:sp>
        <p:nvSpPr>
          <p:cNvPr id="8" name="Picture Placeholder 8">
            <a:extLst>
              <a:ext uri="{FF2B5EF4-FFF2-40B4-BE49-F238E27FC236}">
                <a16:creationId xmlns:a16="http://schemas.microsoft.com/office/drawing/2014/main" id="{E6BFF2B7-0DC8-E068-0F08-D1CF291F8EA2}"/>
              </a:ext>
            </a:extLst>
          </p:cNvPr>
          <p:cNvSpPr>
            <a:spLocks noGrp="1"/>
          </p:cNvSpPr>
          <p:nvPr>
            <p:ph type="pic" sz="quarter" idx="14" hasCustomPrompt="1"/>
          </p:nvPr>
        </p:nvSpPr>
        <p:spPr>
          <a:xfrm>
            <a:off x="0" y="0"/>
            <a:ext cx="12192000" cy="3041367"/>
          </a:xfrm>
          <a:blipFill>
            <a:blip r:embed="rId2">
              <a:alphaModFix amt="70000"/>
            </a:blip>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a:t> </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638800" y="3363190"/>
            <a:ext cx="6029721" cy="2759316"/>
          </a:xfrm>
        </p:spPr>
        <p:txBody>
          <a:bodyPr vert="horz" lIns="91440" tIns="45720" rIns="91440" bIns="45720" rtlCol="0">
            <a:normAutofit/>
          </a:bodyPr>
          <a:lstStyle>
            <a:lvl1pPr marL="457200" indent="-457200">
              <a:buFont typeface="+mj-lt"/>
              <a:buAutoNum type="arabicPeriod"/>
              <a:defRPr lang="en-US" sz="2000" dirty="0"/>
            </a:lvl1pPr>
            <a:lvl2pPr marL="800100" indent="-342900">
              <a:buFont typeface="+mj-lt"/>
              <a:buAutoNum type="arabicPeriod"/>
              <a:defRPr lang="en-US" sz="1800" dirty="0"/>
            </a:lvl2pPr>
            <a:lvl3pPr marL="1257300" indent="-342900">
              <a:buFont typeface="+mj-lt"/>
              <a:buAutoNum type="arabicPeriod"/>
              <a:defRPr lang="en-US" sz="1600" dirty="0"/>
            </a:lvl3pPr>
            <a:lvl4pPr marL="1714500" indent="-342900">
              <a:buFont typeface="+mj-lt"/>
              <a:buAutoNum type="arabicPeriod"/>
              <a:defRPr lang="en-US" sz="1600" dirty="0"/>
            </a:lvl4pPr>
            <a:lvl5pPr marL="2171700" indent="-342900">
              <a:buFont typeface="+mj-lt"/>
              <a:buAutoNum type="arabicPeriod"/>
              <a:defRPr lang="en-US" sz="16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EE872102-C255-4B2E-9A7E-2603C5FAD6D4}" type="datetime1">
              <a:rPr lang="en-US" smtClean="0"/>
              <a:t>6/9/2026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11" name="Straight Connector 10">
            <a:extLst>
              <a:ext uri="{FF2B5EF4-FFF2-40B4-BE49-F238E27FC236}">
                <a16:creationId xmlns:a16="http://schemas.microsoft.com/office/drawing/2014/main" id="{A4981961-B802-677C-4957-E24CA14D5E6D}"/>
              </a:ext>
            </a:extLst>
          </p:cNvPr>
          <p:cNvCxnSpPr>
            <a:cxnSpLocks/>
          </p:cNvCxnSpPr>
          <p:nvPr/>
        </p:nvCxnSpPr>
        <p:spPr>
          <a:xfrm>
            <a:off x="533400" y="6324600"/>
            <a:ext cx="11125200" cy="0"/>
          </a:xfrm>
          <a:prstGeom prst="line">
            <a:avLst/>
          </a:prstGeom>
          <a:ln w="9525">
            <a:solidFill>
              <a:schemeClr val="tx1">
                <a:lumMod val="25000"/>
                <a:lumOff val="7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75818249"/>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obj" preserve="1">
  <p:cSld name="Content 2">
    <p:bg>
      <p:bgRef idx="1001">
        <a:schemeClr val="bg1"/>
      </p:bgRef>
    </p:bg>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0107B931-214A-9578-5A7A-FDEB9ADB5080}"/>
              </a:ext>
            </a:extLst>
          </p:cNvPr>
          <p:cNvCxnSpPr>
            <a:cxnSpLocks/>
          </p:cNvCxnSpPr>
          <p:nvPr/>
        </p:nvCxnSpPr>
        <p:spPr>
          <a:xfrm>
            <a:off x="3751277" y="2791386"/>
            <a:ext cx="4689446"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550862" y="1429789"/>
            <a:ext cx="5090277" cy="1196713"/>
          </a:xfrm>
        </p:spPr>
        <p:txBody>
          <a:bodyPr anchor="b"/>
          <a:lstStyle>
            <a:lvl1pPr algn="ctr">
              <a:defRPr/>
            </a:lvl1pPr>
          </a:lstStyle>
          <a:p>
            <a:r>
              <a:rPr lang="en-US"/>
              <a:t>Click to edit Master title style</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676880" y="2999629"/>
            <a:ext cx="4838241" cy="2195823"/>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5070A7D6-92E1-4CDF-BD2F-79F298197135}" type="datetime1">
              <a:rPr lang="en-US" smtClean="0"/>
              <a:t>6/9/2026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spTree>
    <p:extLst>
      <p:ext uri="{BB962C8B-B14F-4D97-AF65-F5344CB8AC3E}">
        <p14:creationId xmlns:p14="http://schemas.microsoft.com/office/powerpoint/2010/main" val="2872227602"/>
      </p:ext>
    </p:extLst>
  </p:cSld>
  <p:clrMapOvr>
    <a:overrideClrMapping bg1="lt1" tx1="dk1" bg2="lt2" tx2="dk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obj" preserve="1">
  <p:cSld name="Content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1303089" y="1673352"/>
            <a:ext cx="3360352" cy="2324365"/>
          </a:xfrm>
        </p:spPr>
        <p:txBody>
          <a:bodyPr anchor="t"/>
          <a:lstStyle/>
          <a:p>
            <a:r>
              <a:rPr lang="en-US"/>
              <a:t>Click to edit Master title style</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103780" y="1673352"/>
            <a:ext cx="5785132" cy="291875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FFBEE3B3-6EA8-4914-BDAC-89234BD2AD09}" type="datetime1">
              <a:rPr lang="en-US" smtClean="0"/>
              <a:t>6/9/2026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8" name="Straight Connector 7">
            <a:extLst>
              <a:ext uri="{FF2B5EF4-FFF2-40B4-BE49-F238E27FC236}">
                <a16:creationId xmlns:a16="http://schemas.microsoft.com/office/drawing/2014/main" id="{A04E4891-5C32-2FDE-C242-EDBA3B5D1AC4}"/>
              </a:ext>
            </a:extLst>
          </p:cNvPr>
          <p:cNvCxnSpPr>
            <a:cxnSpLocks/>
          </p:cNvCxnSpPr>
          <p:nvPr/>
        </p:nvCxnSpPr>
        <p:spPr>
          <a:xfrm>
            <a:off x="530352" y="6345987"/>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4641532"/>
      </p:ext>
    </p:extLst>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obj" preserve="1">
  <p:cSld name="Content 4">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19560" y="1399734"/>
            <a:ext cx="4136461" cy="2918754"/>
          </a:xfrm>
        </p:spPr>
        <p:txBody>
          <a:bodyPr anchor="t"/>
          <a:lstStyle/>
          <a:p>
            <a:r>
              <a:rPr lang="en-US"/>
              <a:t>Click to edit Master title style</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103780" y="1398419"/>
            <a:ext cx="625002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32BB48EB-6AF5-4207-A153-D1AA963F0AC1}" type="datetime1">
              <a:rPr lang="en-US" smtClean="0"/>
              <a:t>6/9/2026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8" name="Straight Connector 7">
            <a:extLst>
              <a:ext uri="{FF2B5EF4-FFF2-40B4-BE49-F238E27FC236}">
                <a16:creationId xmlns:a16="http://schemas.microsoft.com/office/drawing/2014/main" id="{A04E4891-5C32-2FDE-C242-EDBA3B5D1AC4}"/>
              </a:ext>
            </a:extLst>
          </p:cNvPr>
          <p:cNvCxnSpPr>
            <a:cxnSpLocks/>
          </p:cNvCxnSpPr>
          <p:nvPr/>
        </p:nvCxnSpPr>
        <p:spPr>
          <a:xfrm>
            <a:off x="530352" y="6322906"/>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09293438"/>
      </p:ext>
    </p:extLst>
  </p:cSld>
  <p:clrMapOvr>
    <a:overrideClrMapping bg1="lt1" tx1="dk1" bg2="lt2" tx2="dk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obj" preserve="1">
  <p:cSld name="Content 5">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22400" y="694944"/>
            <a:ext cx="3334120" cy="2734056"/>
          </a:xfrm>
        </p:spPr>
        <p:txBody>
          <a:bodyPr anchor="t"/>
          <a:lstStyle/>
          <a:p>
            <a:r>
              <a:rPr lang="en-US"/>
              <a:t>Click to edit Master title style</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229100" y="694943"/>
            <a:ext cx="7439421" cy="5486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C0016614-595C-443F-AE20-86D2AC6A0013}" type="datetime1">
              <a:rPr lang="en-US" smtClean="0"/>
              <a:t>6/9/2026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8" name="Straight Connector 7">
            <a:extLst>
              <a:ext uri="{FF2B5EF4-FFF2-40B4-BE49-F238E27FC236}">
                <a16:creationId xmlns:a16="http://schemas.microsoft.com/office/drawing/2014/main" id="{A04E4891-5C32-2FDE-C242-EDBA3B5D1AC4}"/>
              </a:ext>
            </a:extLst>
          </p:cNvPr>
          <p:cNvCxnSpPr>
            <a:cxnSpLocks/>
          </p:cNvCxnSpPr>
          <p:nvPr/>
        </p:nvCxnSpPr>
        <p:spPr>
          <a:xfrm>
            <a:off x="530352" y="6326700"/>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09988734"/>
      </p:ext>
    </p:extLst>
  </p:cSld>
  <p:clrMapOvr>
    <a:overrideClrMapping bg1="lt1" tx1="dk1" bg2="lt2" tx2="dk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obj" preserve="1">
  <p:cSld name="Content 6">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22400" y="435785"/>
            <a:ext cx="4268573" cy="2918754"/>
          </a:xfrm>
        </p:spPr>
        <p:txBody>
          <a:bodyPr anchor="t"/>
          <a:lstStyle/>
          <a:p>
            <a:r>
              <a:rPr lang="en-US"/>
              <a:t>Click to edit Master title style</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391452" y="743106"/>
            <a:ext cx="6277070" cy="53129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37FC8A85-8FD1-45F0-99DE-E338DC5235BC}" type="datetime1">
              <a:rPr lang="en-US" smtClean="0"/>
              <a:t>6/9/2026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59F873DB-8FEF-C24C-ECA0-EABFFF560476}"/>
              </a:ext>
            </a:extLst>
          </p:cNvPr>
          <p:cNvCxnSpPr>
            <a:cxnSpLocks/>
          </p:cNvCxnSpPr>
          <p:nvPr/>
        </p:nvCxnSpPr>
        <p:spPr>
          <a:xfrm>
            <a:off x="5486400" y="528489"/>
            <a:ext cx="617220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A04E4891-5C32-2FDE-C242-EDBA3B5D1AC4}"/>
              </a:ext>
            </a:extLst>
          </p:cNvPr>
          <p:cNvCxnSpPr>
            <a:cxnSpLocks/>
          </p:cNvCxnSpPr>
          <p:nvPr/>
        </p:nvCxnSpPr>
        <p:spPr>
          <a:xfrm>
            <a:off x="530352" y="6324600"/>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23407250"/>
      </p:ext>
    </p:extLst>
  </p:cSld>
  <p:clrMapOvr>
    <a:overrideClrMapping bg1="lt1" tx1="dk1" bg2="lt2" tx2="dk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obj" preserve="1">
  <p:cSld name="Content 7">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19560" y="433576"/>
            <a:ext cx="3263496" cy="2821439"/>
          </a:xfrm>
        </p:spPr>
        <p:txBody>
          <a:bodyPr anchor="t">
            <a:normAutofit/>
          </a:bodyPr>
          <a:lstStyle>
            <a:lvl1pPr>
              <a:defRPr sz="3600"/>
            </a:lvl1pPr>
          </a:lstStyle>
          <a:p>
            <a:r>
              <a:rPr lang="en-US"/>
              <a:t>Click to edit Master title style</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309946" y="694944"/>
            <a:ext cx="7358769" cy="548640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392DEB38-22AD-484B-BEB1-12B18D8CEE64}" type="datetime1">
              <a:rPr lang="en-US" smtClean="0"/>
              <a:t>6/9/2026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290E8417-C758-AC09-72D4-D07CE8D5D1EB}"/>
              </a:ext>
            </a:extLst>
          </p:cNvPr>
          <p:cNvCxnSpPr>
            <a:cxnSpLocks/>
          </p:cNvCxnSpPr>
          <p:nvPr/>
        </p:nvCxnSpPr>
        <p:spPr>
          <a:xfrm>
            <a:off x="4347151" y="528489"/>
            <a:ext cx="7326605"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A04E4891-5C32-2FDE-C242-EDBA3B5D1AC4}"/>
              </a:ext>
            </a:extLst>
          </p:cNvPr>
          <p:cNvCxnSpPr>
            <a:cxnSpLocks/>
          </p:cNvCxnSpPr>
          <p:nvPr/>
        </p:nvCxnSpPr>
        <p:spPr>
          <a:xfrm>
            <a:off x="530352" y="6324600"/>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66401670"/>
      </p:ext>
    </p:extLst>
  </p:cSld>
  <p:clrMapOvr>
    <a:overrideClrMapping bg1="lt1" tx1="dk1" bg2="lt2" tx2="dk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Content with Pictur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5993867" y="691867"/>
            <a:ext cx="5664732" cy="1212661"/>
          </a:xfrm>
        </p:spPr>
        <p:txBody>
          <a:bodyPr/>
          <a:lstStyle/>
          <a:p>
            <a:r>
              <a:rPr lang="en-US"/>
              <a:t>Click to edit Master title style</a:t>
            </a:r>
          </a:p>
        </p:txBody>
      </p:sp>
      <p:sp>
        <p:nvSpPr>
          <p:cNvPr id="34" name="Picture Placeholder 8">
            <a:extLst>
              <a:ext uri="{FF2B5EF4-FFF2-40B4-BE49-F238E27FC236}">
                <a16:creationId xmlns:a16="http://schemas.microsoft.com/office/drawing/2014/main" id="{38FD2E6A-E1F7-36FC-E50F-AD4CE76910EA}"/>
              </a:ext>
            </a:extLst>
          </p:cNvPr>
          <p:cNvSpPr>
            <a:spLocks noGrp="1"/>
          </p:cNvSpPr>
          <p:nvPr>
            <p:ph type="pic" sz="quarter" idx="13" hasCustomPrompt="1"/>
          </p:nvPr>
        </p:nvSpPr>
        <p:spPr>
          <a:xfrm>
            <a:off x="533401" y="533400"/>
            <a:ext cx="4953000" cy="5811928"/>
          </a:xfrm>
          <a:blipFill dpi="0" rotWithShape="1">
            <a:blip r:embed="rId2">
              <a:alphaModFix amt="70000"/>
            </a:blip>
            <a:srcRect/>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993865" y="2007652"/>
            <a:ext cx="5664732" cy="43153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957C2DDA-91DD-4B15-B0D6-0E3634C6CC2A}" type="datetime1">
              <a:rPr lang="en-US" smtClean="0"/>
              <a:t>6/9/2026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A04AB0D3-0312-25C6-7159-3EBA07E82C60}"/>
              </a:ext>
            </a:extLst>
          </p:cNvPr>
          <p:cNvCxnSpPr>
            <a:cxnSpLocks/>
          </p:cNvCxnSpPr>
          <p:nvPr/>
        </p:nvCxnSpPr>
        <p:spPr>
          <a:xfrm>
            <a:off x="6058518" y="530352"/>
            <a:ext cx="5600082"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30338416"/>
      </p:ext>
    </p:extLst>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Content with Pictur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19562" y="691868"/>
            <a:ext cx="5593338" cy="1157316"/>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34928" y="2010699"/>
            <a:ext cx="5577972" cy="43346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4" name="Picture Placeholder 8">
            <a:extLst>
              <a:ext uri="{FF2B5EF4-FFF2-40B4-BE49-F238E27FC236}">
                <a16:creationId xmlns:a16="http://schemas.microsoft.com/office/drawing/2014/main" id="{38FD2E6A-E1F7-36FC-E50F-AD4CE76910EA}"/>
              </a:ext>
            </a:extLst>
          </p:cNvPr>
          <p:cNvSpPr>
            <a:spLocks noGrp="1"/>
          </p:cNvSpPr>
          <p:nvPr>
            <p:ph type="pic" sz="quarter" idx="13" hasCustomPrompt="1"/>
          </p:nvPr>
        </p:nvSpPr>
        <p:spPr>
          <a:xfrm>
            <a:off x="6553200" y="533400"/>
            <a:ext cx="5105400" cy="5791200"/>
          </a:xfrm>
          <a:blipFill dpi="0" rotWithShape="1">
            <a:blip r:embed="rId2">
              <a:alphaModFix amt="70000"/>
            </a:blip>
            <a:srcRect/>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2217B7B5-5BBE-40BC-B471-E2BA9D71AA0E}" type="datetime1">
              <a:rPr lang="en-US" smtClean="0"/>
              <a:t>6/9/2026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A04AB0D3-0312-25C6-7159-3EBA07E82C60}"/>
              </a:ext>
            </a:extLst>
          </p:cNvPr>
          <p:cNvCxnSpPr>
            <a:cxnSpLocks/>
          </p:cNvCxnSpPr>
          <p:nvPr/>
        </p:nvCxnSpPr>
        <p:spPr>
          <a:xfrm>
            <a:off x="518028" y="530352"/>
            <a:ext cx="5494872"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02424772"/>
      </p:ext>
    </p:extLst>
  </p:cSld>
  <p:clrMapOvr>
    <a:overrideClrMapping bg1="lt1" tx1="dk1" bg2="lt2" tx2="dk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Content with Picture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977971" y="691866"/>
            <a:ext cx="6680630" cy="1217337"/>
          </a:xfrm>
        </p:spPr>
        <p:txBody>
          <a:bodyPr/>
          <a:lstStyle/>
          <a:p>
            <a:r>
              <a:rPr lang="en-US"/>
              <a:t>Click to edit Master title style</a:t>
            </a:r>
          </a:p>
        </p:txBody>
      </p:sp>
      <p:sp>
        <p:nvSpPr>
          <p:cNvPr id="10" name="Picture Placeholder 8">
            <a:extLst>
              <a:ext uri="{FF2B5EF4-FFF2-40B4-BE49-F238E27FC236}">
                <a16:creationId xmlns:a16="http://schemas.microsoft.com/office/drawing/2014/main" id="{7BA63699-2EA2-4B8B-E296-BEF5937412F5}"/>
              </a:ext>
            </a:extLst>
          </p:cNvPr>
          <p:cNvSpPr>
            <a:spLocks noGrp="1"/>
          </p:cNvSpPr>
          <p:nvPr>
            <p:ph type="pic" sz="quarter" idx="13" hasCustomPrompt="1"/>
          </p:nvPr>
        </p:nvSpPr>
        <p:spPr>
          <a:xfrm>
            <a:off x="533400" y="533400"/>
            <a:ext cx="3886200" cy="5811924"/>
          </a:xfrm>
          <a:blipFill>
            <a:blip r:embed="rId2">
              <a:alphaModFix amt="70000"/>
            </a:blip>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977971" y="2010699"/>
            <a:ext cx="6680630" cy="431390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EF607E7C-B760-45A7-AB98-EEAB39EBFFA9}" type="datetime1">
              <a:rPr lang="en-US" smtClean="0"/>
              <a:t>6/9/2026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A04AB0D3-0312-25C6-7159-3EBA07E82C60}"/>
              </a:ext>
            </a:extLst>
          </p:cNvPr>
          <p:cNvCxnSpPr>
            <a:cxnSpLocks/>
          </p:cNvCxnSpPr>
          <p:nvPr/>
        </p:nvCxnSpPr>
        <p:spPr>
          <a:xfrm>
            <a:off x="4984096" y="533400"/>
            <a:ext cx="6680631"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71238723"/>
      </p:ext>
    </p:extLst>
  </p:cSld>
  <p:clrMapOvr>
    <a:overrideClrMapping bg1="lt1" tx1="dk1" bg2="lt2" tx2="dk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Content with Picture 4">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19559" y="691867"/>
            <a:ext cx="6664559" cy="1217340"/>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22217" y="2010699"/>
            <a:ext cx="6661902" cy="43308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8">
            <a:extLst>
              <a:ext uri="{FF2B5EF4-FFF2-40B4-BE49-F238E27FC236}">
                <a16:creationId xmlns:a16="http://schemas.microsoft.com/office/drawing/2014/main" id="{7BA63699-2EA2-4B8B-E296-BEF5937412F5}"/>
              </a:ext>
            </a:extLst>
          </p:cNvPr>
          <p:cNvSpPr>
            <a:spLocks noGrp="1"/>
          </p:cNvSpPr>
          <p:nvPr>
            <p:ph type="pic" sz="quarter" idx="13" hasCustomPrompt="1"/>
          </p:nvPr>
        </p:nvSpPr>
        <p:spPr>
          <a:xfrm>
            <a:off x="7620000" y="533400"/>
            <a:ext cx="4038600" cy="5791200"/>
          </a:xfrm>
          <a:blipFill>
            <a:blip r:embed="rId2">
              <a:alphaModFix amt="70000"/>
            </a:blip>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620000" y="6426091"/>
            <a:ext cx="3553839" cy="365125"/>
          </a:xfrm>
        </p:spPr>
        <p:txBody>
          <a:bodyPr/>
          <a:lstStyle/>
          <a:p>
            <a:fld id="{C4680711-5BFA-4199-BAD0-B0C15B04A070}" type="datetime1">
              <a:rPr lang="en-US" smtClean="0"/>
              <a:t>6/9/2026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CA3F4131-F439-B360-2C50-DC4ED02C5AF2}"/>
              </a:ext>
            </a:extLst>
          </p:cNvPr>
          <p:cNvCxnSpPr>
            <a:cxnSpLocks/>
          </p:cNvCxnSpPr>
          <p:nvPr/>
        </p:nvCxnSpPr>
        <p:spPr>
          <a:xfrm>
            <a:off x="516418" y="530352"/>
            <a:ext cx="656770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06820023"/>
      </p:ext>
    </p:extLst>
  </p:cSld>
  <p:clrMapOvr>
    <a:overrideClrMapping bg1="lt1" tx1="dk1" bg2="lt2" tx2="dk2" accent1="accent1" accent2="accent2" accent3="accent3" accent4="accent4" accent5="accent5" accent6="accent6" hlink="hlink" folHlink="folHlink"/>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Content with Picture 5">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7007497" y="691868"/>
            <a:ext cx="4660247" cy="1439210"/>
          </a:xfrm>
        </p:spPr>
        <p:txBody>
          <a:bodyPr/>
          <a:lstStyle/>
          <a:p>
            <a:r>
              <a:rPr lang="en-US"/>
              <a:t>Click to edit Master title style</a:t>
            </a:r>
          </a:p>
        </p:txBody>
      </p:sp>
      <p:sp>
        <p:nvSpPr>
          <p:cNvPr id="9" name="Picture Placeholder 8">
            <a:extLst>
              <a:ext uri="{FF2B5EF4-FFF2-40B4-BE49-F238E27FC236}">
                <a16:creationId xmlns:a16="http://schemas.microsoft.com/office/drawing/2014/main" id="{57807F9F-79B5-ED92-41CC-A1D1A8D03E35}"/>
              </a:ext>
            </a:extLst>
          </p:cNvPr>
          <p:cNvSpPr>
            <a:spLocks noGrp="1"/>
          </p:cNvSpPr>
          <p:nvPr>
            <p:ph type="pic" sz="quarter" idx="13" hasCustomPrompt="1"/>
          </p:nvPr>
        </p:nvSpPr>
        <p:spPr>
          <a:xfrm>
            <a:off x="533400" y="533399"/>
            <a:ext cx="6029286" cy="5791201"/>
          </a:xfrm>
          <a:blipFill>
            <a:blip r:embed="rId2">
              <a:alphaModFix amt="70000"/>
            </a:blip>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7007497" y="2211184"/>
            <a:ext cx="4660247" cy="411341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20C9332B-92F1-4946-B218-9926114AAEA1}" type="datetime1">
              <a:rPr lang="en-US" smtClean="0"/>
              <a:t>6/9/2026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A04AB0D3-0312-25C6-7159-3EBA07E82C60}"/>
              </a:ext>
            </a:extLst>
          </p:cNvPr>
          <p:cNvCxnSpPr>
            <a:cxnSpLocks/>
          </p:cNvCxnSpPr>
          <p:nvPr/>
        </p:nvCxnSpPr>
        <p:spPr>
          <a:xfrm>
            <a:off x="7095744" y="530921"/>
            <a:ext cx="4562856"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7279008"/>
      </p:ext>
    </p:extLst>
  </p:cSld>
  <p:clrMapOvr>
    <a:overrideClrMapping bg1="lt1" tx1="dk1" bg2="lt2" tx2="dk2" accent1="accent1" accent2="accent2" accent3="accent3" accent4="accent4" accent5="accent5" accent6="accent6" hlink="hlink" folHlink="folHlink"/>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Content with Picture 6">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19376" y="691868"/>
            <a:ext cx="4577602" cy="1439210"/>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19376" y="2211185"/>
            <a:ext cx="4577602" cy="395494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Picture Placeholder 8">
            <a:extLst>
              <a:ext uri="{FF2B5EF4-FFF2-40B4-BE49-F238E27FC236}">
                <a16:creationId xmlns:a16="http://schemas.microsoft.com/office/drawing/2014/main" id="{57807F9F-79B5-ED92-41CC-A1D1A8D03E35}"/>
              </a:ext>
            </a:extLst>
          </p:cNvPr>
          <p:cNvSpPr>
            <a:spLocks noGrp="1"/>
          </p:cNvSpPr>
          <p:nvPr>
            <p:ph type="pic" sz="quarter" idx="13" hasCustomPrompt="1"/>
          </p:nvPr>
        </p:nvSpPr>
        <p:spPr>
          <a:xfrm>
            <a:off x="5486400" y="533399"/>
            <a:ext cx="6172200" cy="5791201"/>
          </a:xfrm>
          <a:blipFill>
            <a:blip r:embed="rId2">
              <a:alphaModFix amt="70000"/>
            </a:blip>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E2F630AA-266B-4EED-8F37-1EEA7BB36798}" type="datetime1">
              <a:rPr lang="en-US" smtClean="0"/>
              <a:t>6/9/2026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A04AB0D3-0312-25C6-7159-3EBA07E82C60}"/>
              </a:ext>
            </a:extLst>
          </p:cNvPr>
          <p:cNvCxnSpPr>
            <a:cxnSpLocks/>
          </p:cNvCxnSpPr>
          <p:nvPr/>
        </p:nvCxnSpPr>
        <p:spPr>
          <a:xfrm>
            <a:off x="516418" y="530352"/>
            <a:ext cx="4436582"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59410483"/>
      </p:ext>
    </p:extLst>
  </p:cSld>
  <p:clrMapOvr>
    <a:overrideClrMapping bg1="lt1" tx1="dk1" bg2="lt2" tx2="dk2" accent1="accent1" accent2="accent2" accent3="accent3" accent4="accent4" accent5="accent5" accent6="accent6" hlink="hlink" folHlink="folHlink"/>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Content with Picture 7">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8029814" y="512011"/>
            <a:ext cx="3628786" cy="1259920"/>
          </a:xfrm>
        </p:spPr>
        <p:txBody>
          <a:bodyPr anchor="b"/>
          <a:lstStyle/>
          <a:p>
            <a:r>
              <a:rPr lang="en-US"/>
              <a:t>Click to edit Master title style</a:t>
            </a:r>
          </a:p>
        </p:txBody>
      </p:sp>
      <p:sp>
        <p:nvSpPr>
          <p:cNvPr id="10" name="Picture Placeholder 8">
            <a:extLst>
              <a:ext uri="{FF2B5EF4-FFF2-40B4-BE49-F238E27FC236}">
                <a16:creationId xmlns:a16="http://schemas.microsoft.com/office/drawing/2014/main" id="{29A161C3-930A-50CE-D3B8-C1429E6F2422}"/>
              </a:ext>
            </a:extLst>
          </p:cNvPr>
          <p:cNvSpPr>
            <a:spLocks noGrp="1"/>
          </p:cNvSpPr>
          <p:nvPr>
            <p:ph type="pic" sz="quarter" idx="13" hasCustomPrompt="1"/>
          </p:nvPr>
        </p:nvSpPr>
        <p:spPr>
          <a:xfrm>
            <a:off x="533400" y="533399"/>
            <a:ext cx="7086600" cy="5791199"/>
          </a:xfrm>
          <a:blipFill>
            <a:blip r:embed="rId2">
              <a:alphaModFix amt="70000"/>
            </a:blip>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8043065" y="2170611"/>
            <a:ext cx="3628786" cy="4162372"/>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8029813" y="6426091"/>
            <a:ext cx="3144025" cy="365125"/>
          </a:xfrm>
        </p:spPr>
        <p:txBody>
          <a:bodyPr/>
          <a:lstStyle/>
          <a:p>
            <a:fld id="{A2E4BA8A-8D99-4942-A6AE-3429BB81C9B0}" type="datetime1">
              <a:rPr lang="en-US" smtClean="0"/>
              <a:t>6/9/2026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789C51D6-8120-DE83-0A77-B4C479640664}"/>
              </a:ext>
            </a:extLst>
          </p:cNvPr>
          <p:cNvCxnSpPr>
            <a:cxnSpLocks/>
          </p:cNvCxnSpPr>
          <p:nvPr/>
        </p:nvCxnSpPr>
        <p:spPr>
          <a:xfrm>
            <a:off x="8153400" y="1892587"/>
            <a:ext cx="350520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30280778"/>
      </p:ext>
    </p:extLst>
  </p:cSld>
  <p:clrMapOvr>
    <a:overrideClrMapping bg1="lt1" tx1="dk1" bg2="lt2" tx2="dk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Content with Picture 8">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848555" y="512011"/>
            <a:ext cx="6792069" cy="1259920"/>
          </a:xfrm>
        </p:spPr>
        <p:txBody>
          <a:bodyPr anchor="b"/>
          <a:lstStyle/>
          <a:p>
            <a:r>
              <a:rPr lang="en-US"/>
              <a:t>Click to edit Master title style</a:t>
            </a:r>
          </a:p>
        </p:txBody>
      </p:sp>
      <p:sp>
        <p:nvSpPr>
          <p:cNvPr id="10" name="Picture Placeholder 8">
            <a:extLst>
              <a:ext uri="{FF2B5EF4-FFF2-40B4-BE49-F238E27FC236}">
                <a16:creationId xmlns:a16="http://schemas.microsoft.com/office/drawing/2014/main" id="{29A161C3-930A-50CE-D3B8-C1429E6F2422}"/>
              </a:ext>
            </a:extLst>
          </p:cNvPr>
          <p:cNvSpPr>
            <a:spLocks noGrp="1"/>
          </p:cNvSpPr>
          <p:nvPr>
            <p:ph type="pic" sz="quarter" idx="13" hasCustomPrompt="1"/>
          </p:nvPr>
        </p:nvSpPr>
        <p:spPr>
          <a:xfrm>
            <a:off x="533400" y="533399"/>
            <a:ext cx="3886200" cy="5791201"/>
          </a:xfrm>
          <a:blipFill dpi="0" rotWithShape="1">
            <a:blip r:embed="rId2">
              <a:alphaModFix amt="70000"/>
            </a:blip>
            <a:srcRect/>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434857" y="6426091"/>
            <a:ext cx="4137143" cy="365125"/>
          </a:xfrm>
        </p:spPr>
        <p:txBody>
          <a:bodyPr/>
          <a:lstStyle/>
          <a:p>
            <a:r>
              <a:rPr lang="en-US"/>
              <a:t>Sample Footer Text</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848555" y="2148840"/>
            <a:ext cx="6792069" cy="41623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5BCB8B90-98AD-44EA-88CB-87E0482D47C5}" type="datetime1">
              <a:rPr lang="en-US" smtClean="0"/>
              <a:t>6/9/2026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789C51D6-8120-DE83-0A77-B4C479640664}"/>
              </a:ext>
            </a:extLst>
          </p:cNvPr>
          <p:cNvCxnSpPr>
            <a:cxnSpLocks/>
          </p:cNvCxnSpPr>
          <p:nvPr/>
        </p:nvCxnSpPr>
        <p:spPr>
          <a:xfrm>
            <a:off x="4953000" y="1892587"/>
            <a:ext cx="670560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97294763"/>
      </p:ext>
    </p:extLst>
  </p:cSld>
  <p:clrMapOvr>
    <a:overrideClrMapping bg1="lt1" tx1="dk1" bg2="lt2" tx2="dk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p:cSld name="Content with Picture 9">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8621935" y="691867"/>
            <a:ext cx="3052570" cy="2011680"/>
          </a:xfrm>
        </p:spPr>
        <p:txBody>
          <a:bodyPr/>
          <a:lstStyle/>
          <a:p>
            <a:r>
              <a:rPr lang="en-US"/>
              <a:t>Click to edit Master title style</a:t>
            </a:r>
          </a:p>
        </p:txBody>
      </p:sp>
      <p:sp>
        <p:nvSpPr>
          <p:cNvPr id="14" name="Picture Placeholder 8">
            <a:extLst>
              <a:ext uri="{FF2B5EF4-FFF2-40B4-BE49-F238E27FC236}">
                <a16:creationId xmlns:a16="http://schemas.microsoft.com/office/drawing/2014/main" id="{6BC46AA6-BED0-04C6-38E0-12160144CC38}"/>
              </a:ext>
            </a:extLst>
          </p:cNvPr>
          <p:cNvSpPr>
            <a:spLocks noGrp="1"/>
          </p:cNvSpPr>
          <p:nvPr>
            <p:ph type="pic" sz="quarter" idx="13" hasCustomPrompt="1"/>
          </p:nvPr>
        </p:nvSpPr>
        <p:spPr>
          <a:xfrm>
            <a:off x="533399" y="533400"/>
            <a:ext cx="7667626" cy="5788757"/>
          </a:xfrm>
          <a:blipFill>
            <a:blip r:embed="rId2">
              <a:alphaModFix amt="70000"/>
            </a:blip>
            <a:stretch>
              <a:fillRect/>
            </a:stretch>
          </a:blipFill>
          <a:effectLst>
            <a:outerShdw blurRad="203200" dist="12700" dir="7800000" algn="r" rotWithShape="0">
              <a:prstClr val="black">
                <a:alpha val="10000"/>
              </a:prstClr>
            </a:outerShdw>
          </a:effectLst>
        </p:spPr>
        <p:txBody>
          <a:bodyPr vert="horz" lIns="91440" tIns="45720" rIns="91440" bIns="45720" rtlCol="0">
            <a:normAutofit/>
          </a:bodyPr>
          <a:lstStyle>
            <a:lvl1pPr marL="0" indent="0">
              <a:buNone/>
              <a:defRPr lang="en-US"/>
            </a:lvl1pPr>
          </a:lstStyle>
          <a:p>
            <a:pPr lvl="0"/>
            <a:r>
              <a:rPr lang="en-US"/>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8621935" y="2889848"/>
            <a:ext cx="3052570" cy="3434752"/>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Footer Placeholder 17">
            <a:extLst>
              <a:ext uri="{FF2B5EF4-FFF2-40B4-BE49-F238E27FC236}">
                <a16:creationId xmlns:a16="http://schemas.microsoft.com/office/drawing/2014/main" id="{5C6323EE-3C7E-2716-8BD0-C89545F04FC6}"/>
              </a:ext>
            </a:extLst>
          </p:cNvPr>
          <p:cNvSpPr>
            <a:spLocks noGrp="1"/>
          </p:cNvSpPr>
          <p:nvPr>
            <p:ph type="ftr" sz="quarter" idx="15"/>
          </p:nvPr>
        </p:nvSpPr>
        <p:spPr/>
        <p:txBody>
          <a:bodyPr/>
          <a:lstStyle/>
          <a:p>
            <a:r>
              <a:rPr lang="en-US"/>
              <a:t>Sample Footer Text</a:t>
            </a:r>
          </a:p>
        </p:txBody>
      </p:sp>
      <p:sp>
        <p:nvSpPr>
          <p:cNvPr id="17" name="Date Placeholder 16">
            <a:extLst>
              <a:ext uri="{FF2B5EF4-FFF2-40B4-BE49-F238E27FC236}">
                <a16:creationId xmlns:a16="http://schemas.microsoft.com/office/drawing/2014/main" id="{F01E841F-9F6D-0E74-84D5-4BA2AF78F5C2}"/>
              </a:ext>
            </a:extLst>
          </p:cNvPr>
          <p:cNvSpPr>
            <a:spLocks noGrp="1"/>
          </p:cNvSpPr>
          <p:nvPr>
            <p:ph type="dt" sz="half" idx="14"/>
          </p:nvPr>
        </p:nvSpPr>
        <p:spPr/>
        <p:txBody>
          <a:bodyPr/>
          <a:lstStyle/>
          <a:p>
            <a:fld id="{0672E3CE-9562-4779-875D-570AC5656D0F}" type="datetime1">
              <a:rPr lang="en-US" smtClean="0"/>
              <a:t>6/9/2026</a:t>
            </a:fld>
            <a:endParaRPr lang="en-US"/>
          </a:p>
        </p:txBody>
      </p:sp>
      <p:sp>
        <p:nvSpPr>
          <p:cNvPr id="19" name="Slide Number Placeholder 18">
            <a:extLst>
              <a:ext uri="{FF2B5EF4-FFF2-40B4-BE49-F238E27FC236}">
                <a16:creationId xmlns:a16="http://schemas.microsoft.com/office/drawing/2014/main" id="{ACE2DCFD-EFAB-71DF-776D-014822C0ABEC}"/>
              </a:ext>
            </a:extLst>
          </p:cNvPr>
          <p:cNvSpPr>
            <a:spLocks noGrp="1"/>
          </p:cNvSpPr>
          <p:nvPr>
            <p:ph type="sldNum" sz="quarter" idx="16"/>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2CFBB608-C785-A34D-1B6D-96361A676495}"/>
              </a:ext>
            </a:extLst>
          </p:cNvPr>
          <p:cNvCxnSpPr>
            <a:cxnSpLocks/>
          </p:cNvCxnSpPr>
          <p:nvPr/>
        </p:nvCxnSpPr>
        <p:spPr>
          <a:xfrm>
            <a:off x="8727541" y="533400"/>
            <a:ext cx="293106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46420474"/>
      </p:ext>
    </p:extLst>
  </p:cSld>
  <p:clrMapOvr>
    <a:overrideClrMapping bg1="lt1" tx1="dk1" bg2="lt2" tx2="dk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p:cSld name="Content with Picture 10">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22401" y="691866"/>
            <a:ext cx="3448141" cy="2247273"/>
          </a:xfrm>
        </p:spPr>
        <p:txBody>
          <a:bodyPr/>
          <a:lstStyle/>
          <a:p>
            <a:r>
              <a:rPr lang="en-US"/>
              <a:t>Click to edit Master title style</a:t>
            </a:r>
          </a:p>
        </p:txBody>
      </p:sp>
      <p:sp>
        <p:nvSpPr>
          <p:cNvPr id="10" name="Picture Placeholder 8">
            <a:extLst>
              <a:ext uri="{FF2B5EF4-FFF2-40B4-BE49-F238E27FC236}">
                <a16:creationId xmlns:a16="http://schemas.microsoft.com/office/drawing/2014/main" id="{C4C6F3D6-B9C8-D66A-B29A-CE5D5FBDE500}"/>
              </a:ext>
            </a:extLst>
          </p:cNvPr>
          <p:cNvSpPr>
            <a:spLocks noGrp="1"/>
          </p:cNvSpPr>
          <p:nvPr>
            <p:ph type="pic" sz="quarter" idx="13" hasCustomPrompt="1"/>
          </p:nvPr>
        </p:nvSpPr>
        <p:spPr>
          <a:xfrm>
            <a:off x="4419600" y="530353"/>
            <a:ext cx="7239000" cy="4019112"/>
          </a:xfrm>
          <a:blipFill>
            <a:blip r:embed="rId2">
              <a:alphaModFix amt="70000"/>
            </a:blip>
            <a:stretch>
              <a:fillRect/>
            </a:stretch>
          </a:blipFill>
          <a:effectLst>
            <a:outerShdw blurRad="190500" dir="14400000" algn="r" rotWithShape="0">
              <a:prstClr val="black">
                <a:alpha val="10000"/>
              </a:prstClr>
            </a:outerShdw>
          </a:effectLst>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405470" y="4735286"/>
            <a:ext cx="7239000" cy="1424879"/>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BF4D8B86-78FA-4747-9401-2399B1893341}" type="datetime1">
              <a:rPr lang="en-US" smtClean="0"/>
              <a:t>6/9/2026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4A0C081E-1CAD-8E64-5453-4CC21A0A90FD}"/>
              </a:ext>
            </a:extLst>
          </p:cNvPr>
          <p:cNvCxnSpPr>
            <a:cxnSpLocks/>
          </p:cNvCxnSpPr>
          <p:nvPr/>
        </p:nvCxnSpPr>
        <p:spPr>
          <a:xfrm>
            <a:off x="530274" y="530352"/>
            <a:ext cx="3354124"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A04E4891-5C32-2FDE-C242-EDBA3B5D1AC4}"/>
              </a:ext>
            </a:extLst>
          </p:cNvPr>
          <p:cNvCxnSpPr>
            <a:cxnSpLocks/>
          </p:cNvCxnSpPr>
          <p:nvPr/>
        </p:nvCxnSpPr>
        <p:spPr>
          <a:xfrm>
            <a:off x="533400" y="6326367"/>
            <a:ext cx="1112520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74640688"/>
      </p:ext>
    </p:extLst>
  </p:cSld>
  <p:clrMapOvr>
    <a:overrideClrMapping bg1="lt1" tx1="dk1" bg2="lt2" tx2="dk2" accent1="accent1" accent2="accent2" accent3="accent3" accent4="accent4" accent5="accent5" accent6="accent6" hlink="hlink" folHlink="folHlink"/>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p:cSld name="Content with Picture 11">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19756" y="691866"/>
            <a:ext cx="3540062" cy="2247273"/>
          </a:xfrm>
        </p:spPr>
        <p:txBody>
          <a:bodyPr/>
          <a:lstStyle/>
          <a:p>
            <a:r>
              <a:rPr lang="en-US"/>
              <a:t>Click to edit Master title style</a:t>
            </a:r>
          </a:p>
        </p:txBody>
      </p:sp>
      <p:sp>
        <p:nvSpPr>
          <p:cNvPr id="10" name="Picture Placeholder 8">
            <a:extLst>
              <a:ext uri="{FF2B5EF4-FFF2-40B4-BE49-F238E27FC236}">
                <a16:creationId xmlns:a16="http://schemas.microsoft.com/office/drawing/2014/main" id="{C4C6F3D6-B9C8-D66A-B29A-CE5D5FBDE500}"/>
              </a:ext>
            </a:extLst>
          </p:cNvPr>
          <p:cNvSpPr>
            <a:spLocks noGrp="1"/>
          </p:cNvSpPr>
          <p:nvPr>
            <p:ph type="pic" sz="quarter" idx="13" hasCustomPrompt="1"/>
          </p:nvPr>
        </p:nvSpPr>
        <p:spPr>
          <a:xfrm>
            <a:off x="4419600" y="533400"/>
            <a:ext cx="7239000" cy="3157452"/>
          </a:xfrm>
          <a:blipFill>
            <a:blip r:embed="rId2">
              <a:alphaModFix amt="70000"/>
            </a:blip>
            <a:stretch>
              <a:fillRect/>
            </a:stretch>
          </a:blipFill>
          <a:effectLst>
            <a:outerShdw blurRad="190500" dir="14400000" algn="r" rotWithShape="0">
              <a:prstClr val="black">
                <a:alpha val="10000"/>
              </a:prstClr>
            </a:outerShdw>
          </a:effectLst>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419600" y="3933645"/>
            <a:ext cx="7261323" cy="2382111"/>
          </a:xfrm>
        </p:spPr>
        <p:txBody>
          <a:bodyPr/>
          <a:lstStyle>
            <a:lvl1pPr marL="0" indent="0">
              <a:buFont typeface="Arial" panose="020B0604020202020204" pitchFamily="34" charset="0"/>
              <a:buNone/>
              <a:defRPr/>
            </a:lvl1pPr>
            <a:lvl2pPr marL="457200" indent="0">
              <a:buFont typeface="Arial" panose="020B0604020202020204" pitchFamily="34" charset="0"/>
              <a:buNone/>
              <a:defRPr/>
            </a:lvl2pPr>
            <a:lvl3pPr marL="914400" indent="0">
              <a:buFont typeface="Arial" panose="020B0604020202020204" pitchFamily="34" charset="0"/>
              <a:buNone/>
              <a:defRPr/>
            </a:lvl3pPr>
            <a:lvl4pPr marL="1371600" indent="0">
              <a:buFont typeface="Arial" panose="020B0604020202020204" pitchFamily="34" charset="0"/>
              <a:buNone/>
              <a:defRPr/>
            </a:lvl4pPr>
            <a:lvl5pPr marL="1828800" indent="0">
              <a:buFont typeface="Arial" panose="020B0604020202020204" pitchFamily="34" charse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55ECC63D-CDB3-4317-A945-BF72F7BF98EB}" type="datetime1">
              <a:rPr lang="en-US" smtClean="0"/>
              <a:t>6/9/2026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4A0C081E-1CAD-8E64-5453-4CC21A0A90FD}"/>
              </a:ext>
            </a:extLst>
          </p:cNvPr>
          <p:cNvCxnSpPr>
            <a:cxnSpLocks/>
          </p:cNvCxnSpPr>
          <p:nvPr/>
        </p:nvCxnSpPr>
        <p:spPr>
          <a:xfrm>
            <a:off x="533400" y="530352"/>
            <a:ext cx="335280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A04E4891-5C32-2FDE-C242-EDBA3B5D1AC4}"/>
              </a:ext>
            </a:extLst>
          </p:cNvPr>
          <p:cNvCxnSpPr>
            <a:cxnSpLocks/>
          </p:cNvCxnSpPr>
          <p:nvPr/>
        </p:nvCxnSpPr>
        <p:spPr>
          <a:xfrm>
            <a:off x="533400" y="6324542"/>
            <a:ext cx="1112520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FF4D8D45-8224-ED36-94DF-FAE863F412D1}"/>
              </a:ext>
            </a:extLst>
          </p:cNvPr>
          <p:cNvCxnSpPr>
            <a:cxnSpLocks/>
          </p:cNvCxnSpPr>
          <p:nvPr/>
        </p:nvCxnSpPr>
        <p:spPr>
          <a:xfrm>
            <a:off x="5013762" y="1892587"/>
            <a:ext cx="6544099"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95405111"/>
      </p:ext>
    </p:extLst>
  </p:cSld>
  <p:clrMapOvr>
    <a:overrideClrMapping bg1="lt1" tx1="dk1" bg2="lt2" tx2="dk2" accent1="accent1" accent2="accent2" accent3="accent3" accent4="accent4" accent5="accent5" accent6="accent6" hlink="hlink" folHlink="folHlink"/>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p:cSld name="Content with Picture 1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22399" y="4829695"/>
            <a:ext cx="4289051" cy="1413164"/>
          </a:xfrm>
        </p:spPr>
        <p:txBody>
          <a:bodyPr/>
          <a:lstStyle/>
          <a:p>
            <a:r>
              <a:rPr lang="en-US"/>
              <a:t>Click to edit Master title style</a:t>
            </a:r>
          </a:p>
        </p:txBody>
      </p:sp>
      <p:sp>
        <p:nvSpPr>
          <p:cNvPr id="10" name="Picture Placeholder 8">
            <a:extLst>
              <a:ext uri="{FF2B5EF4-FFF2-40B4-BE49-F238E27FC236}">
                <a16:creationId xmlns:a16="http://schemas.microsoft.com/office/drawing/2014/main" id="{21FFBA57-7EFE-2CC4-EE45-5F1F633C1A71}"/>
              </a:ext>
            </a:extLst>
          </p:cNvPr>
          <p:cNvSpPr>
            <a:spLocks noGrp="1"/>
          </p:cNvSpPr>
          <p:nvPr>
            <p:ph type="pic" sz="quarter" idx="13" hasCustomPrompt="1"/>
          </p:nvPr>
        </p:nvSpPr>
        <p:spPr>
          <a:xfrm>
            <a:off x="533400" y="533400"/>
            <a:ext cx="11125200" cy="4013885"/>
          </a:xfrm>
          <a:blipFill>
            <a:blip r:embed="rId2">
              <a:alphaModFix amt="70000"/>
            </a:blip>
            <a:stretch>
              <a:fillRect/>
            </a:stretch>
          </a:blipFill>
          <a:effectLst>
            <a:outerShdw blurRad="177800" dir="14400000" sx="98000" sy="98000" algn="r" rotWithShape="0">
              <a:prstClr val="black">
                <a:alpha val="10000"/>
              </a:prstClr>
            </a:outerShdw>
          </a:effectLst>
        </p:spPr>
        <p:txBody>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434857" y="6426091"/>
            <a:ext cx="4289051" cy="365125"/>
          </a:xfrm>
        </p:spPr>
        <p:txBody>
          <a:bodyPr/>
          <a:lstStyle/>
          <a:p>
            <a:r>
              <a:rPr lang="en-US"/>
              <a:t>Sample Footer Text</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103779" y="4829695"/>
            <a:ext cx="6554822" cy="1529541"/>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F1B6FEA0-B839-4598-B2DD-445068A8396C}" type="datetime1">
              <a:rPr lang="en-US" smtClean="0"/>
              <a:t>6/9/2026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spTree>
    <p:extLst>
      <p:ext uri="{BB962C8B-B14F-4D97-AF65-F5344CB8AC3E}">
        <p14:creationId xmlns:p14="http://schemas.microsoft.com/office/powerpoint/2010/main" val="1349511272"/>
      </p:ext>
    </p:extLst>
  </p:cSld>
  <p:clrMapOvr>
    <a:overrideClrMapping bg1="lt1" tx1="dk1" bg2="lt2" tx2="dk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p:cSld name="Content with Picture 1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19100" y="3910560"/>
            <a:ext cx="3472256" cy="2017604"/>
          </a:xfrm>
        </p:spPr>
        <p:txBody>
          <a:bodyPr/>
          <a:lstStyle/>
          <a:p>
            <a:r>
              <a:rPr lang="en-US"/>
              <a:t>Click to edit Master title style</a:t>
            </a:r>
          </a:p>
        </p:txBody>
      </p:sp>
      <p:sp>
        <p:nvSpPr>
          <p:cNvPr id="10" name="Picture Placeholder 8">
            <a:extLst>
              <a:ext uri="{FF2B5EF4-FFF2-40B4-BE49-F238E27FC236}">
                <a16:creationId xmlns:a16="http://schemas.microsoft.com/office/drawing/2014/main" id="{21FFBA57-7EFE-2CC4-EE45-5F1F633C1A71}"/>
              </a:ext>
            </a:extLst>
          </p:cNvPr>
          <p:cNvSpPr>
            <a:spLocks noGrp="1"/>
          </p:cNvSpPr>
          <p:nvPr>
            <p:ph type="pic" sz="quarter" idx="13" hasCustomPrompt="1"/>
          </p:nvPr>
        </p:nvSpPr>
        <p:spPr>
          <a:xfrm>
            <a:off x="533399" y="533400"/>
            <a:ext cx="11125201" cy="3109082"/>
          </a:xfrm>
          <a:blipFill>
            <a:blip r:embed="rId2">
              <a:alphaModFix amt="70000"/>
            </a:blip>
            <a:stretch>
              <a:fillRect/>
            </a:stretch>
          </a:blipFill>
          <a:effectLst>
            <a:outerShdw blurRad="177800" dir="14400000" sx="98000" sy="98000" algn="r" rotWithShape="0">
              <a:prstClr val="black">
                <a:alpha val="10000"/>
              </a:prstClr>
            </a:outerShdw>
          </a:effectLst>
        </p:spPr>
        <p:txBody>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419600" y="3912655"/>
            <a:ext cx="7239000" cy="2407394"/>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BF024032-45C2-4C36-A7D1-3A3BD65AF0CF}" type="datetime1">
              <a:rPr lang="en-US" smtClean="0"/>
              <a:t>6/9/2026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spTree>
    <p:extLst>
      <p:ext uri="{BB962C8B-B14F-4D97-AF65-F5344CB8AC3E}">
        <p14:creationId xmlns:p14="http://schemas.microsoft.com/office/powerpoint/2010/main" val="398270193"/>
      </p:ext>
    </p:extLst>
  </p:cSld>
  <p:clrMapOvr>
    <a:overrideClrMapping bg1="lt1" tx1="dk1" bg2="lt2" tx2="dk2" accent1="accent1" accent2="accent2" accent3="accent3" accent4="accent4" accent5="accent5" accent6="accent6" hlink="hlink" folHlink="folHlink"/>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p:cSld name="Content with Picture 14">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19099" y="700185"/>
            <a:ext cx="3473587" cy="1815364"/>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419601" y="702280"/>
            <a:ext cx="7239000" cy="2240920"/>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8">
            <a:extLst>
              <a:ext uri="{FF2B5EF4-FFF2-40B4-BE49-F238E27FC236}">
                <a16:creationId xmlns:a16="http://schemas.microsoft.com/office/drawing/2014/main" id="{21FFBA57-7EFE-2CC4-EE45-5F1F633C1A71}"/>
              </a:ext>
            </a:extLst>
          </p:cNvPr>
          <p:cNvSpPr>
            <a:spLocks noGrp="1"/>
          </p:cNvSpPr>
          <p:nvPr>
            <p:ph type="pic" sz="quarter" idx="13" hasCustomPrompt="1"/>
          </p:nvPr>
        </p:nvSpPr>
        <p:spPr>
          <a:xfrm>
            <a:off x="533400" y="3205927"/>
            <a:ext cx="11125200" cy="3118670"/>
          </a:xfrm>
          <a:blipFill>
            <a:blip r:embed="rId2">
              <a:alphaModFix amt="70000"/>
            </a:blip>
            <a:stretch>
              <a:fillRect/>
            </a:stretch>
          </a:blipFill>
          <a:effectLst>
            <a:outerShdw blurRad="177800" dir="14400000" sx="97000" sy="97000" algn="r" rotWithShape="0">
              <a:prstClr val="black">
                <a:alpha val="10000"/>
              </a:prstClr>
            </a:outerShdw>
          </a:effectLst>
        </p:spPr>
        <p:txBody>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70D67178-055F-49DC-969F-AB374B7A5758}" type="datetime1">
              <a:rPr lang="en-US" smtClean="0"/>
              <a:t>6/9/2026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7A9BF7A8-7F92-8C69-89EE-92496D80C1C2}"/>
              </a:ext>
            </a:extLst>
          </p:cNvPr>
          <p:cNvCxnSpPr>
            <a:cxnSpLocks/>
          </p:cNvCxnSpPr>
          <p:nvPr/>
        </p:nvCxnSpPr>
        <p:spPr>
          <a:xfrm>
            <a:off x="533400" y="533400"/>
            <a:ext cx="1112520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75180170"/>
      </p:ext>
    </p:extLst>
  </p:cSld>
  <p:clrMapOvr>
    <a:overrideClrMapping bg1="lt1" tx1="dk1" bg2="lt2" tx2="dk2" accent1="accent1" accent2="accent2" accent3="accent3" accent4="accent4" accent5="accent5" accent6="accent6" hlink="hlink" folHlink="folHlink"/>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p:cSld name="Content with Picture 15">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19100" y="365760"/>
            <a:ext cx="11243982" cy="914400"/>
          </a:xfrm>
        </p:spPr>
        <p:txBody>
          <a:bodyPr anchor="b"/>
          <a:lstStyle/>
          <a:p>
            <a:r>
              <a:rPr lang="en-US"/>
              <a:t>Click to edit Master title style</a:t>
            </a:r>
          </a:p>
        </p:txBody>
      </p:sp>
      <p:sp>
        <p:nvSpPr>
          <p:cNvPr id="10" name="Picture Placeholder 8">
            <a:extLst>
              <a:ext uri="{FF2B5EF4-FFF2-40B4-BE49-F238E27FC236}">
                <a16:creationId xmlns:a16="http://schemas.microsoft.com/office/drawing/2014/main" id="{29A161C3-930A-50CE-D3B8-C1429E6F2422}"/>
              </a:ext>
            </a:extLst>
          </p:cNvPr>
          <p:cNvSpPr>
            <a:spLocks noGrp="1"/>
          </p:cNvSpPr>
          <p:nvPr>
            <p:ph type="pic" sz="quarter" idx="13" hasCustomPrompt="1"/>
          </p:nvPr>
        </p:nvSpPr>
        <p:spPr>
          <a:xfrm>
            <a:off x="530352" y="1720219"/>
            <a:ext cx="6022848" cy="4604382"/>
          </a:xfrm>
          <a:blipFill>
            <a:blip r:embed="rId2">
              <a:alphaModFix amt="70000"/>
            </a:blip>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7101260" y="1623629"/>
            <a:ext cx="4557340" cy="47062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8BAA5E08-9FB8-6BC2-0794-A92E1336B939}"/>
              </a:ext>
            </a:extLst>
          </p:cNvPr>
          <p:cNvSpPr>
            <a:spLocks noGrp="1"/>
          </p:cNvSpPr>
          <p:nvPr>
            <p:ph type="ftr" sz="quarter" idx="15"/>
          </p:nvPr>
        </p:nvSpPr>
        <p:spPr/>
        <p:txBody>
          <a:bodyPr/>
          <a:lstStyle/>
          <a:p>
            <a:r>
              <a:rPr lang="en-US"/>
              <a:t>Sample Footer Text</a:t>
            </a:r>
          </a:p>
        </p:txBody>
      </p:sp>
      <p:sp>
        <p:nvSpPr>
          <p:cNvPr id="8" name="Date Placeholder 7">
            <a:extLst>
              <a:ext uri="{FF2B5EF4-FFF2-40B4-BE49-F238E27FC236}">
                <a16:creationId xmlns:a16="http://schemas.microsoft.com/office/drawing/2014/main" id="{17819C0A-5C58-B9A1-EDD9-43A971A8DE10}"/>
              </a:ext>
            </a:extLst>
          </p:cNvPr>
          <p:cNvSpPr>
            <a:spLocks noGrp="1"/>
          </p:cNvSpPr>
          <p:nvPr>
            <p:ph type="dt" sz="half" idx="14"/>
          </p:nvPr>
        </p:nvSpPr>
        <p:spPr/>
        <p:txBody>
          <a:bodyPr/>
          <a:lstStyle/>
          <a:p>
            <a:fld id="{85436D6D-18C4-497A-81D8-87B6E0BF7395}" type="datetime1">
              <a:rPr lang="en-US" smtClean="0"/>
              <a:t>6/9/2026</a:t>
            </a:fld>
            <a:endParaRPr lang="en-US"/>
          </a:p>
        </p:txBody>
      </p:sp>
      <p:sp>
        <p:nvSpPr>
          <p:cNvPr id="11" name="Slide Number Placeholder 10">
            <a:extLst>
              <a:ext uri="{FF2B5EF4-FFF2-40B4-BE49-F238E27FC236}">
                <a16:creationId xmlns:a16="http://schemas.microsoft.com/office/drawing/2014/main" id="{EC8A4CD6-C6D7-317B-80FA-CA83089B05F6}"/>
              </a:ext>
            </a:extLst>
          </p:cNvPr>
          <p:cNvSpPr>
            <a:spLocks noGrp="1"/>
          </p:cNvSpPr>
          <p:nvPr>
            <p:ph type="sldNum" sz="quarter" idx="16"/>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789C51D6-8120-DE83-0A77-B4C479640664}"/>
              </a:ext>
            </a:extLst>
          </p:cNvPr>
          <p:cNvCxnSpPr>
            <a:cxnSpLocks/>
          </p:cNvCxnSpPr>
          <p:nvPr/>
        </p:nvCxnSpPr>
        <p:spPr>
          <a:xfrm>
            <a:off x="530352" y="1353312"/>
            <a:ext cx="11141874"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44499127"/>
      </p:ext>
    </p:extLst>
  </p:cSld>
  <p:clrMapOvr>
    <a:overrideClrMapping bg1="lt1" tx1="dk1" bg2="lt2" tx2="dk2" accent1="accent1" accent2="accent2" accent3="accent3" accent4="accent4" accent5="accent5" accent6="accent6" hlink="hlink" folHlink="folHlink"/>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6">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19755" y="691867"/>
            <a:ext cx="4067721" cy="1559555"/>
          </a:xfrm>
        </p:spPr>
        <p:txBody>
          <a:bodyPr/>
          <a:lstStyle/>
          <a:p>
            <a:r>
              <a:rPr lang="en-US"/>
              <a:t>Click to edit Master title style</a:t>
            </a:r>
          </a:p>
        </p:txBody>
      </p:sp>
      <p:sp>
        <p:nvSpPr>
          <p:cNvPr id="10" name="Picture Placeholder 8">
            <a:extLst>
              <a:ext uri="{FF2B5EF4-FFF2-40B4-BE49-F238E27FC236}">
                <a16:creationId xmlns:a16="http://schemas.microsoft.com/office/drawing/2014/main" id="{21FFBA57-7EFE-2CC4-EE45-5F1F633C1A71}"/>
              </a:ext>
            </a:extLst>
          </p:cNvPr>
          <p:cNvSpPr>
            <a:spLocks noGrp="1"/>
          </p:cNvSpPr>
          <p:nvPr>
            <p:ph type="pic" sz="quarter" idx="13" hasCustomPrompt="1"/>
          </p:nvPr>
        </p:nvSpPr>
        <p:spPr>
          <a:xfrm>
            <a:off x="533400" y="2521819"/>
            <a:ext cx="3886200" cy="3802781"/>
          </a:xfrm>
          <a:blipFill>
            <a:blip r:embed="rId2">
              <a:alphaModFix amt="70000"/>
            </a:blip>
            <a:stretch>
              <a:fillRect/>
            </a:stretch>
          </a:blipFill>
          <a:effectLst>
            <a:outerShdw blurRad="190500" dir="14400000" algn="r" rotWithShape="0">
              <a:prstClr val="black">
                <a:alpha val="10000"/>
              </a:prstClr>
            </a:outerShdw>
          </a:effectLst>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960685" y="694944"/>
            <a:ext cx="6705600" cy="56296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434857" y="6426091"/>
            <a:ext cx="3984743" cy="365125"/>
          </a:xfrm>
        </p:spPr>
        <p:txBody>
          <a:bodyPr/>
          <a:lstStyle/>
          <a:p>
            <a:r>
              <a:rPr lang="en-US"/>
              <a:t>Sample 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51CE585B-D50B-46C7-90D5-F8C248FB96B3}" type="datetime1">
              <a:rPr lang="en-US" smtClean="0"/>
              <a:t>6/9/2026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spTree>
    <p:extLst>
      <p:ext uri="{BB962C8B-B14F-4D97-AF65-F5344CB8AC3E}">
        <p14:creationId xmlns:p14="http://schemas.microsoft.com/office/powerpoint/2010/main" val="337546186"/>
      </p:ext>
    </p:extLst>
  </p:cSld>
  <p:clrMapOvr>
    <a:overrideClrMapping bg1="lt1" tx1="dk1" bg2="lt2" tx2="dk2" accent1="accent1" accent2="accent2" accent3="accent3" accent4="accent4" accent5="accent5" accent6="accent6" hlink="hlink" folHlink="folHlink"/>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p:cSld name="Content with Picture 17">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19100" y="4295957"/>
            <a:ext cx="4000501" cy="1889558"/>
          </a:xfrm>
        </p:spPr>
        <p:txBody>
          <a:bodyPr/>
          <a:lstStyle/>
          <a:p>
            <a:r>
              <a:rPr lang="en-US"/>
              <a:t>Click to edit Master title style</a:t>
            </a:r>
          </a:p>
        </p:txBody>
      </p:sp>
      <p:sp>
        <p:nvSpPr>
          <p:cNvPr id="10" name="Picture Placeholder 8">
            <a:extLst>
              <a:ext uri="{FF2B5EF4-FFF2-40B4-BE49-F238E27FC236}">
                <a16:creationId xmlns:a16="http://schemas.microsoft.com/office/drawing/2014/main" id="{C4C6F3D6-B9C8-D66A-B29A-CE5D5FBDE500}"/>
              </a:ext>
            </a:extLst>
          </p:cNvPr>
          <p:cNvSpPr>
            <a:spLocks noGrp="1"/>
          </p:cNvSpPr>
          <p:nvPr>
            <p:ph type="pic" sz="quarter" idx="13" hasCustomPrompt="1"/>
          </p:nvPr>
        </p:nvSpPr>
        <p:spPr>
          <a:xfrm>
            <a:off x="533400" y="531891"/>
            <a:ext cx="3886202" cy="3603594"/>
          </a:xfrm>
          <a:blipFill>
            <a:blip r:embed="rId2">
              <a:alphaModFix amt="70000"/>
            </a:blip>
            <a:stretch>
              <a:fillRect/>
            </a:stretch>
          </a:blipFill>
          <a:effectLst>
            <a:outerShdw blurRad="190500" dir="14400000" algn="r" rotWithShape="0">
              <a:prstClr val="black">
                <a:alpha val="10000"/>
              </a:prstClr>
            </a:outerShdw>
          </a:effectLst>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953001" y="694944"/>
            <a:ext cx="6705599" cy="55067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Footer Placeholder 10">
            <a:extLst>
              <a:ext uri="{FF2B5EF4-FFF2-40B4-BE49-F238E27FC236}">
                <a16:creationId xmlns:a16="http://schemas.microsoft.com/office/drawing/2014/main" id="{2354F31B-6E0C-9ACF-A3B4-2BE5DD2D21D0}"/>
              </a:ext>
            </a:extLst>
          </p:cNvPr>
          <p:cNvSpPr>
            <a:spLocks noGrp="1"/>
          </p:cNvSpPr>
          <p:nvPr>
            <p:ph type="ftr" sz="quarter" idx="15"/>
          </p:nvPr>
        </p:nvSpPr>
        <p:spPr/>
        <p:txBody>
          <a:bodyPr/>
          <a:lstStyle/>
          <a:p>
            <a:r>
              <a:rPr lang="en-US"/>
              <a:t>Sample Footer Text</a:t>
            </a:r>
          </a:p>
        </p:txBody>
      </p:sp>
      <p:sp>
        <p:nvSpPr>
          <p:cNvPr id="9" name="Date Placeholder 8">
            <a:extLst>
              <a:ext uri="{FF2B5EF4-FFF2-40B4-BE49-F238E27FC236}">
                <a16:creationId xmlns:a16="http://schemas.microsoft.com/office/drawing/2014/main" id="{1D4992A1-A620-24C8-73C6-0C53DD6F3868}"/>
              </a:ext>
            </a:extLst>
          </p:cNvPr>
          <p:cNvSpPr>
            <a:spLocks noGrp="1"/>
          </p:cNvSpPr>
          <p:nvPr>
            <p:ph type="dt" sz="half" idx="14"/>
          </p:nvPr>
        </p:nvSpPr>
        <p:spPr/>
        <p:txBody>
          <a:bodyPr/>
          <a:lstStyle/>
          <a:p>
            <a:fld id="{BFA9687D-6191-4AD9-82A2-1B737232915B}" type="datetime1">
              <a:rPr lang="en-US" smtClean="0"/>
              <a:t>6/9/2026</a:t>
            </a:fld>
            <a:endParaRPr lang="en-US"/>
          </a:p>
        </p:txBody>
      </p:sp>
      <p:sp>
        <p:nvSpPr>
          <p:cNvPr id="12" name="Slide Number Placeholder 11">
            <a:extLst>
              <a:ext uri="{FF2B5EF4-FFF2-40B4-BE49-F238E27FC236}">
                <a16:creationId xmlns:a16="http://schemas.microsoft.com/office/drawing/2014/main" id="{F2384E85-ACDE-270D-7478-1B88F47F14A5}"/>
              </a:ext>
            </a:extLst>
          </p:cNvPr>
          <p:cNvSpPr>
            <a:spLocks noGrp="1"/>
          </p:cNvSpPr>
          <p:nvPr>
            <p:ph type="sldNum" sz="quarter" idx="16"/>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A04AB0D3-0312-25C6-7159-3EBA07E82C60}"/>
              </a:ext>
            </a:extLst>
          </p:cNvPr>
          <p:cNvCxnSpPr>
            <a:cxnSpLocks/>
          </p:cNvCxnSpPr>
          <p:nvPr/>
        </p:nvCxnSpPr>
        <p:spPr>
          <a:xfrm>
            <a:off x="4953001" y="531891"/>
            <a:ext cx="6705599"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A04E4891-5C32-2FDE-C242-EDBA3B5D1AC4}"/>
              </a:ext>
            </a:extLst>
          </p:cNvPr>
          <p:cNvCxnSpPr>
            <a:cxnSpLocks/>
          </p:cNvCxnSpPr>
          <p:nvPr/>
        </p:nvCxnSpPr>
        <p:spPr>
          <a:xfrm>
            <a:off x="533399" y="6324600"/>
            <a:ext cx="11125201"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92483230"/>
      </p:ext>
    </p:extLst>
  </p:cSld>
  <p:clrMapOvr>
    <a:overrideClrMapping bg1="lt1" tx1="dk1" bg2="lt2" tx2="dk2" accent1="accent1" accent2="accent2" accent3="accent3" accent4="accent4" accent5="accent5" accent6="accent6" hlink="hlink" folHlink="folHlink"/>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p:cSld name="Number Lar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5B8561-D435-07DE-2456-79994CDFB83C}"/>
              </a:ext>
            </a:extLst>
          </p:cNvPr>
          <p:cNvSpPr>
            <a:spLocks noGrp="1"/>
          </p:cNvSpPr>
          <p:nvPr>
            <p:ph type="title" hasCustomPrompt="1"/>
          </p:nvPr>
        </p:nvSpPr>
        <p:spPr>
          <a:xfrm>
            <a:off x="512889" y="5074607"/>
            <a:ext cx="11166223" cy="1068234"/>
          </a:xfrm>
        </p:spPr>
        <p:txBody>
          <a:bodyPr anchor="ctr">
            <a:normAutofit/>
          </a:bodyPr>
          <a:lstStyle>
            <a:lvl1pPr algn="ctr">
              <a:defRPr sz="2800">
                <a:solidFill>
                  <a:schemeClr val="tx1"/>
                </a:solidFill>
                <a:latin typeface="+mj-lt"/>
              </a:defRPr>
            </a:lvl1pPr>
          </a:lstStyle>
          <a:p>
            <a:r>
              <a:rPr lang="en-US"/>
              <a:t>Click to Edit Text</a:t>
            </a:r>
          </a:p>
        </p:txBody>
      </p:sp>
      <p:sp>
        <p:nvSpPr>
          <p:cNvPr id="7" name="Content Placeholder 6">
            <a:extLst>
              <a:ext uri="{FF2B5EF4-FFF2-40B4-BE49-F238E27FC236}">
                <a16:creationId xmlns:a16="http://schemas.microsoft.com/office/drawing/2014/main" id="{A42AC33E-6837-F850-DF64-4475DAA059EE}"/>
              </a:ext>
            </a:extLst>
          </p:cNvPr>
          <p:cNvSpPr>
            <a:spLocks noGrp="1"/>
          </p:cNvSpPr>
          <p:nvPr>
            <p:ph sz="quarter" idx="13" hasCustomPrompt="1"/>
          </p:nvPr>
        </p:nvSpPr>
        <p:spPr>
          <a:xfrm>
            <a:off x="516419" y="495833"/>
            <a:ext cx="11159163" cy="4245996"/>
          </a:xfrm>
        </p:spPr>
        <p:txBody>
          <a:bodyPr anchor="ctr">
            <a:normAutofit/>
          </a:bodyPr>
          <a:lstStyle>
            <a:lvl1pPr marL="0" indent="0" algn="ctr">
              <a:lnSpc>
                <a:spcPct val="90000"/>
              </a:lnSpc>
              <a:buNone/>
              <a:defRPr sz="32000" cap="none" baseline="0">
                <a:solidFill>
                  <a:schemeClr val="accent1"/>
                </a:solidFill>
                <a:latin typeface="+mj-lt"/>
              </a:defRPr>
            </a:lvl1pPr>
            <a:lvl2pPr marL="228600" indent="0" algn="ctr">
              <a:lnSpc>
                <a:spcPct val="110000"/>
              </a:lnSpc>
              <a:buNone/>
              <a:defRPr sz="2400" cap="none" baseline="0">
                <a:solidFill>
                  <a:schemeClr val="tx1"/>
                </a:solidFill>
                <a:latin typeface="+mj-lt"/>
              </a:defRPr>
            </a:lvl2pPr>
            <a:lvl3pPr marL="457200" indent="0" algn="ctr">
              <a:lnSpc>
                <a:spcPct val="110000"/>
              </a:lnSpc>
              <a:buNone/>
              <a:defRPr sz="2000" cap="none" baseline="0">
                <a:solidFill>
                  <a:schemeClr val="tx1"/>
                </a:solidFill>
                <a:latin typeface="+mj-lt"/>
              </a:defRPr>
            </a:lvl3pPr>
            <a:lvl4pPr marL="685800" indent="0" algn="ctr">
              <a:lnSpc>
                <a:spcPct val="110000"/>
              </a:lnSpc>
              <a:buNone/>
              <a:defRPr sz="1800" cap="none" baseline="0">
                <a:solidFill>
                  <a:schemeClr val="tx1"/>
                </a:solidFill>
                <a:latin typeface="+mj-lt"/>
              </a:defRPr>
            </a:lvl4pPr>
            <a:lvl5pPr marL="914400" indent="0" algn="ctr">
              <a:lnSpc>
                <a:spcPct val="110000"/>
              </a:lnSpc>
              <a:buNone/>
              <a:defRPr sz="1600" cap="none" baseline="0">
                <a:solidFill>
                  <a:schemeClr val="tx1"/>
                </a:solidFill>
                <a:latin typeface="+mj-lt"/>
              </a:defRPr>
            </a:lvl5pPr>
          </a:lstStyle>
          <a:p>
            <a:pPr lvl="0"/>
            <a:r>
              <a:rPr lang="en-US"/>
              <a:t>##%</a:t>
            </a:r>
          </a:p>
        </p:txBody>
      </p:sp>
      <p:sp>
        <p:nvSpPr>
          <p:cNvPr id="13" name="Footer Placeholder 12">
            <a:extLst>
              <a:ext uri="{FF2B5EF4-FFF2-40B4-BE49-F238E27FC236}">
                <a16:creationId xmlns:a16="http://schemas.microsoft.com/office/drawing/2014/main" id="{FADD3D14-222C-BA8A-E4C0-8637820CBAB1}"/>
              </a:ext>
            </a:extLst>
          </p:cNvPr>
          <p:cNvSpPr>
            <a:spLocks noGrp="1"/>
          </p:cNvSpPr>
          <p:nvPr>
            <p:ph type="ftr" sz="quarter" idx="15"/>
          </p:nvPr>
        </p:nvSpPr>
        <p:spPr/>
        <p:txBody>
          <a:bodyPr/>
          <a:lstStyle/>
          <a:p>
            <a:r>
              <a:rPr lang="en-US"/>
              <a:t>Sample Footer Text</a:t>
            </a:r>
          </a:p>
        </p:txBody>
      </p:sp>
      <p:sp>
        <p:nvSpPr>
          <p:cNvPr id="12" name="Date Placeholder 11">
            <a:extLst>
              <a:ext uri="{FF2B5EF4-FFF2-40B4-BE49-F238E27FC236}">
                <a16:creationId xmlns:a16="http://schemas.microsoft.com/office/drawing/2014/main" id="{7FEF00E3-D3E5-F5AF-F035-66A1547A0630}"/>
              </a:ext>
            </a:extLst>
          </p:cNvPr>
          <p:cNvSpPr>
            <a:spLocks noGrp="1"/>
          </p:cNvSpPr>
          <p:nvPr>
            <p:ph type="dt" sz="half" idx="14"/>
          </p:nvPr>
        </p:nvSpPr>
        <p:spPr/>
        <p:txBody>
          <a:bodyPr/>
          <a:lstStyle/>
          <a:p>
            <a:fld id="{5F2E741A-92DD-45DF-8212-2D8EB227508B}" type="datetime1">
              <a:rPr lang="en-US" smtClean="0"/>
              <a:t>6/9/2026</a:t>
            </a:fld>
            <a:endParaRPr lang="en-US"/>
          </a:p>
        </p:txBody>
      </p:sp>
      <p:sp>
        <p:nvSpPr>
          <p:cNvPr id="14" name="Slide Number Placeholder 13">
            <a:extLst>
              <a:ext uri="{FF2B5EF4-FFF2-40B4-BE49-F238E27FC236}">
                <a16:creationId xmlns:a16="http://schemas.microsoft.com/office/drawing/2014/main" id="{37222D35-3F63-3753-6F10-57879AFE3C59}"/>
              </a:ext>
            </a:extLst>
          </p:cNvPr>
          <p:cNvSpPr>
            <a:spLocks noGrp="1"/>
          </p:cNvSpPr>
          <p:nvPr>
            <p:ph type="sldNum" sz="quarter" idx="16"/>
          </p:nvPr>
        </p:nvSpPr>
        <p:spPr/>
        <p:txBody>
          <a:bodyPr/>
          <a:lstStyle/>
          <a:p>
            <a:fld id="{DD84031F-D6BF-4677-B12E-7D8B88BA70F7}" type="slidenum">
              <a:rPr lang="en-US" smtClean="0"/>
              <a:t>‹#›</a:t>
            </a:fld>
            <a:endParaRPr lang="en-US"/>
          </a:p>
        </p:txBody>
      </p:sp>
      <p:cxnSp>
        <p:nvCxnSpPr>
          <p:cNvPr id="6" name="Straight Connector 5">
            <a:extLst>
              <a:ext uri="{FF2B5EF4-FFF2-40B4-BE49-F238E27FC236}">
                <a16:creationId xmlns:a16="http://schemas.microsoft.com/office/drawing/2014/main" id="{96998540-FFAB-625C-C2E6-DC04B074A2C4}"/>
              </a:ext>
            </a:extLst>
          </p:cNvPr>
          <p:cNvCxnSpPr>
            <a:cxnSpLocks/>
          </p:cNvCxnSpPr>
          <p:nvPr/>
        </p:nvCxnSpPr>
        <p:spPr>
          <a:xfrm>
            <a:off x="530352" y="4839664"/>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9FE9B0A1-4C47-68AF-0383-4819E2242D4E}"/>
              </a:ext>
            </a:extLst>
          </p:cNvPr>
          <p:cNvCxnSpPr>
            <a:cxnSpLocks/>
          </p:cNvCxnSpPr>
          <p:nvPr/>
        </p:nvCxnSpPr>
        <p:spPr>
          <a:xfrm>
            <a:off x="530352" y="6324600"/>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77778858"/>
      </p:ext>
    </p:extLst>
  </p:cSld>
  <p:clrMapOvr>
    <a:overrideClrMapping bg1="lt1" tx1="dk1" bg2="lt2" tx2="dk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p:cSld name="Number Large 2">
    <p:bg>
      <p:bgPr>
        <a:solidFill>
          <a:schemeClr val="accent1">
            <a:lumMod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5B8561-D435-07DE-2456-79994CDFB83C}"/>
              </a:ext>
            </a:extLst>
          </p:cNvPr>
          <p:cNvSpPr>
            <a:spLocks noGrp="1"/>
          </p:cNvSpPr>
          <p:nvPr>
            <p:ph type="title" hasCustomPrompt="1"/>
          </p:nvPr>
        </p:nvSpPr>
        <p:spPr>
          <a:xfrm>
            <a:off x="512889" y="5074607"/>
            <a:ext cx="11166223" cy="1068234"/>
          </a:xfrm>
        </p:spPr>
        <p:txBody>
          <a:bodyPr anchor="ctr">
            <a:normAutofit/>
          </a:bodyPr>
          <a:lstStyle>
            <a:lvl1pPr algn="ctr">
              <a:defRPr sz="2800">
                <a:solidFill>
                  <a:schemeClr val="tx1"/>
                </a:solidFill>
                <a:latin typeface="+mj-lt"/>
              </a:defRPr>
            </a:lvl1pPr>
          </a:lstStyle>
          <a:p>
            <a:r>
              <a:rPr lang="en-US"/>
              <a:t>Click to Edit Text</a:t>
            </a:r>
          </a:p>
        </p:txBody>
      </p:sp>
      <p:sp>
        <p:nvSpPr>
          <p:cNvPr id="7" name="Content Placeholder 6">
            <a:extLst>
              <a:ext uri="{FF2B5EF4-FFF2-40B4-BE49-F238E27FC236}">
                <a16:creationId xmlns:a16="http://schemas.microsoft.com/office/drawing/2014/main" id="{A42AC33E-6837-F850-DF64-4475DAA059EE}"/>
              </a:ext>
            </a:extLst>
          </p:cNvPr>
          <p:cNvSpPr>
            <a:spLocks noGrp="1"/>
          </p:cNvSpPr>
          <p:nvPr>
            <p:ph sz="quarter" idx="13" hasCustomPrompt="1"/>
          </p:nvPr>
        </p:nvSpPr>
        <p:spPr>
          <a:xfrm>
            <a:off x="516419" y="684675"/>
            <a:ext cx="11159163" cy="4229674"/>
          </a:xfrm>
        </p:spPr>
        <p:txBody>
          <a:bodyPr anchor="ctr">
            <a:normAutofit/>
          </a:bodyPr>
          <a:lstStyle>
            <a:lvl1pPr marL="0" indent="0" algn="ctr">
              <a:lnSpc>
                <a:spcPct val="90000"/>
              </a:lnSpc>
              <a:buNone/>
              <a:defRPr sz="32000" cap="none" baseline="0">
                <a:solidFill>
                  <a:schemeClr val="tx1"/>
                </a:solidFill>
                <a:latin typeface="+mj-lt"/>
              </a:defRPr>
            </a:lvl1pPr>
            <a:lvl2pPr marL="228600" indent="0" algn="ctr">
              <a:lnSpc>
                <a:spcPct val="110000"/>
              </a:lnSpc>
              <a:buNone/>
              <a:defRPr sz="2400" cap="none" baseline="0">
                <a:solidFill>
                  <a:schemeClr val="tx1"/>
                </a:solidFill>
                <a:latin typeface="+mj-lt"/>
              </a:defRPr>
            </a:lvl2pPr>
            <a:lvl3pPr marL="457200" indent="0" algn="ctr">
              <a:lnSpc>
                <a:spcPct val="110000"/>
              </a:lnSpc>
              <a:buNone/>
              <a:defRPr sz="2000" cap="none" baseline="0">
                <a:solidFill>
                  <a:schemeClr val="tx1"/>
                </a:solidFill>
                <a:latin typeface="+mj-lt"/>
              </a:defRPr>
            </a:lvl3pPr>
            <a:lvl4pPr marL="685800" indent="0" algn="ctr">
              <a:lnSpc>
                <a:spcPct val="110000"/>
              </a:lnSpc>
              <a:buNone/>
              <a:defRPr sz="1800" cap="none" baseline="0">
                <a:solidFill>
                  <a:schemeClr val="tx1"/>
                </a:solidFill>
                <a:latin typeface="+mj-lt"/>
              </a:defRPr>
            </a:lvl4pPr>
            <a:lvl5pPr marL="914400" indent="0" algn="ctr">
              <a:lnSpc>
                <a:spcPct val="110000"/>
              </a:lnSpc>
              <a:buNone/>
              <a:defRPr sz="1600" cap="none" baseline="0">
                <a:solidFill>
                  <a:schemeClr val="tx1"/>
                </a:solidFill>
                <a:latin typeface="+mj-lt"/>
              </a:defRPr>
            </a:lvl5pPr>
          </a:lstStyle>
          <a:p>
            <a:pPr lvl="0"/>
            <a:r>
              <a:rPr lang="en-US"/>
              <a:t>##%</a:t>
            </a:r>
          </a:p>
        </p:txBody>
      </p:sp>
      <p:sp>
        <p:nvSpPr>
          <p:cNvPr id="10" name="Footer Placeholder 9">
            <a:extLst>
              <a:ext uri="{FF2B5EF4-FFF2-40B4-BE49-F238E27FC236}">
                <a16:creationId xmlns:a16="http://schemas.microsoft.com/office/drawing/2014/main" id="{897B8847-6473-457E-E96C-6389E70595B5}"/>
              </a:ext>
            </a:extLst>
          </p:cNvPr>
          <p:cNvSpPr>
            <a:spLocks noGrp="1"/>
          </p:cNvSpPr>
          <p:nvPr>
            <p:ph type="ftr" sz="quarter" idx="15"/>
          </p:nvPr>
        </p:nvSpPr>
        <p:spPr/>
        <p:txBody>
          <a:bodyPr/>
          <a:lstStyle>
            <a:lvl1pPr>
              <a:defRPr>
                <a:solidFill>
                  <a:schemeClr val="tx1"/>
                </a:solidFill>
              </a:defRPr>
            </a:lvl1pPr>
          </a:lstStyle>
          <a:p>
            <a:r>
              <a:rPr lang="en-US"/>
              <a:t>Sample Footer Text</a:t>
            </a:r>
          </a:p>
        </p:txBody>
      </p:sp>
      <p:sp>
        <p:nvSpPr>
          <p:cNvPr id="9" name="Date Placeholder 8">
            <a:extLst>
              <a:ext uri="{FF2B5EF4-FFF2-40B4-BE49-F238E27FC236}">
                <a16:creationId xmlns:a16="http://schemas.microsoft.com/office/drawing/2014/main" id="{397385FA-3FF0-FCCA-55E3-8E053BA2CA47}"/>
              </a:ext>
            </a:extLst>
          </p:cNvPr>
          <p:cNvSpPr>
            <a:spLocks noGrp="1"/>
          </p:cNvSpPr>
          <p:nvPr>
            <p:ph type="dt" sz="half" idx="14"/>
          </p:nvPr>
        </p:nvSpPr>
        <p:spPr/>
        <p:txBody>
          <a:bodyPr/>
          <a:lstStyle>
            <a:lvl1pPr>
              <a:defRPr>
                <a:solidFill>
                  <a:schemeClr val="tx1"/>
                </a:solidFill>
              </a:defRPr>
            </a:lvl1pPr>
          </a:lstStyle>
          <a:p>
            <a:fld id="{613F8E84-C221-42E2-A88F-FC6CBC7F05E7}" type="datetime1">
              <a:rPr lang="en-US" smtClean="0"/>
              <a:t>6/9/2026</a:t>
            </a:fld>
            <a:endParaRPr lang="en-US"/>
          </a:p>
        </p:txBody>
      </p:sp>
      <p:sp>
        <p:nvSpPr>
          <p:cNvPr id="11" name="Slide Number Placeholder 10">
            <a:extLst>
              <a:ext uri="{FF2B5EF4-FFF2-40B4-BE49-F238E27FC236}">
                <a16:creationId xmlns:a16="http://schemas.microsoft.com/office/drawing/2014/main" id="{E72B5E7B-6D54-E7B9-4307-C655E0BCABB3}"/>
              </a:ext>
            </a:extLst>
          </p:cNvPr>
          <p:cNvSpPr>
            <a:spLocks noGrp="1"/>
          </p:cNvSpPr>
          <p:nvPr>
            <p:ph type="sldNum" sz="quarter" idx="16"/>
          </p:nvPr>
        </p:nvSpPr>
        <p:spPr/>
        <p:txBody>
          <a:bodyPr/>
          <a:lstStyle>
            <a:lvl1pPr>
              <a:defRPr>
                <a:solidFill>
                  <a:schemeClr val="tx1"/>
                </a:solidFill>
              </a:defRPr>
            </a:lvl1pPr>
          </a:lstStyle>
          <a:p>
            <a:fld id="{DD84031F-D6BF-4677-B12E-7D8B88BA70F7}" type="slidenum">
              <a:rPr lang="en-US" smtClean="0"/>
              <a:t>‹#›</a:t>
            </a:fld>
            <a:endParaRPr lang="en-US"/>
          </a:p>
        </p:txBody>
      </p:sp>
      <p:cxnSp>
        <p:nvCxnSpPr>
          <p:cNvPr id="6" name="Straight Connector 5">
            <a:extLst>
              <a:ext uri="{FF2B5EF4-FFF2-40B4-BE49-F238E27FC236}">
                <a16:creationId xmlns:a16="http://schemas.microsoft.com/office/drawing/2014/main" id="{96998540-FFAB-625C-C2E6-DC04B074A2C4}"/>
              </a:ext>
            </a:extLst>
          </p:cNvPr>
          <p:cNvCxnSpPr>
            <a:cxnSpLocks/>
          </p:cNvCxnSpPr>
          <p:nvPr/>
        </p:nvCxnSpPr>
        <p:spPr>
          <a:xfrm>
            <a:off x="530352" y="4839664"/>
            <a:ext cx="11159163"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9FE9B0A1-4C47-68AF-0383-4819E2242D4E}"/>
              </a:ext>
            </a:extLst>
          </p:cNvPr>
          <p:cNvCxnSpPr>
            <a:cxnSpLocks/>
          </p:cNvCxnSpPr>
          <p:nvPr/>
        </p:nvCxnSpPr>
        <p:spPr>
          <a:xfrm>
            <a:off x="530352" y="6328597"/>
            <a:ext cx="11159163"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25642832"/>
      </p:ext>
    </p:extLst>
  </p:cSld>
  <p:clrMapOvr>
    <a:overrideClrMapping bg1="dk1" tx1="lt1" bg2="dk2" tx2="lt2" accent1="accent1" accent2="accent2" accent3="accent3" accent4="accent4" accent5="accent5" accent6="accent6" hlink="hlink" folHlink="folHlink"/>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p:cSld name="Number Large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5B8561-D435-07DE-2456-79994CDFB83C}"/>
              </a:ext>
            </a:extLst>
          </p:cNvPr>
          <p:cNvSpPr>
            <a:spLocks noGrp="1"/>
          </p:cNvSpPr>
          <p:nvPr>
            <p:ph type="title" hasCustomPrompt="1"/>
          </p:nvPr>
        </p:nvSpPr>
        <p:spPr>
          <a:xfrm>
            <a:off x="8371577" y="1673353"/>
            <a:ext cx="3287023" cy="3510898"/>
          </a:xfrm>
        </p:spPr>
        <p:txBody>
          <a:bodyPr vert="horz" lIns="91440" tIns="45720" rIns="91440" bIns="45720" rtlCol="0" anchor="ctr">
            <a:normAutofit/>
          </a:bodyPr>
          <a:lstStyle>
            <a:lvl1pPr>
              <a:lnSpc>
                <a:spcPct val="110000"/>
              </a:lnSpc>
              <a:defRPr lang="en-US" sz="2800" cap="none" baseline="0" dirty="0">
                <a:latin typeface="+mn-lt"/>
              </a:defRPr>
            </a:lvl1pPr>
          </a:lstStyle>
          <a:p>
            <a:pPr lvl="0"/>
            <a:r>
              <a:rPr lang="en-US"/>
              <a:t>Click to edit text</a:t>
            </a:r>
          </a:p>
        </p:txBody>
      </p:sp>
      <p:sp>
        <p:nvSpPr>
          <p:cNvPr id="7" name="Content Placeholder 6">
            <a:extLst>
              <a:ext uri="{FF2B5EF4-FFF2-40B4-BE49-F238E27FC236}">
                <a16:creationId xmlns:a16="http://schemas.microsoft.com/office/drawing/2014/main" id="{A42AC33E-6837-F850-DF64-4475DAA059EE}"/>
              </a:ext>
            </a:extLst>
          </p:cNvPr>
          <p:cNvSpPr>
            <a:spLocks noGrp="1"/>
          </p:cNvSpPr>
          <p:nvPr>
            <p:ph sz="quarter" idx="13" hasCustomPrompt="1"/>
          </p:nvPr>
        </p:nvSpPr>
        <p:spPr>
          <a:xfrm>
            <a:off x="365759" y="1328272"/>
            <a:ext cx="7445950" cy="4169651"/>
          </a:xfrm>
        </p:spPr>
        <p:txBody>
          <a:bodyPr anchor="ctr">
            <a:normAutofit/>
          </a:bodyPr>
          <a:lstStyle>
            <a:lvl1pPr marL="0" indent="0" algn="ctr">
              <a:lnSpc>
                <a:spcPct val="110000"/>
              </a:lnSpc>
              <a:buNone/>
              <a:defRPr sz="23700" cap="none" baseline="0">
                <a:solidFill>
                  <a:schemeClr val="accent1"/>
                </a:solidFill>
                <a:latin typeface="+mj-lt"/>
              </a:defRPr>
            </a:lvl1pPr>
            <a:lvl2pPr marL="228600" indent="0" algn="l">
              <a:lnSpc>
                <a:spcPct val="110000"/>
              </a:lnSpc>
              <a:buNone/>
              <a:defRPr sz="2400" cap="none" baseline="0">
                <a:solidFill>
                  <a:schemeClr val="bg1"/>
                </a:solidFill>
              </a:defRPr>
            </a:lvl2pPr>
            <a:lvl3pPr marL="457200" indent="0" algn="l">
              <a:lnSpc>
                <a:spcPct val="110000"/>
              </a:lnSpc>
              <a:buNone/>
              <a:defRPr sz="2000" cap="none" baseline="0">
                <a:solidFill>
                  <a:schemeClr val="bg1"/>
                </a:solidFill>
              </a:defRPr>
            </a:lvl3pPr>
            <a:lvl4pPr marL="685800" indent="0" algn="l">
              <a:lnSpc>
                <a:spcPct val="110000"/>
              </a:lnSpc>
              <a:buNone/>
              <a:defRPr sz="1800" cap="none" baseline="0">
                <a:solidFill>
                  <a:schemeClr val="bg1"/>
                </a:solidFill>
              </a:defRPr>
            </a:lvl4pPr>
            <a:lvl5pPr marL="914400" indent="0" algn="l">
              <a:lnSpc>
                <a:spcPct val="110000"/>
              </a:lnSpc>
              <a:buNone/>
              <a:defRPr sz="1600" cap="none" baseline="0">
                <a:solidFill>
                  <a:schemeClr val="bg1"/>
                </a:solidFill>
              </a:defRPr>
            </a:lvl5pPr>
          </a:lstStyle>
          <a:p>
            <a:pPr lvl="0"/>
            <a:r>
              <a:rPr lang="en-US"/>
              <a:t>##%</a:t>
            </a:r>
          </a:p>
        </p:txBody>
      </p:sp>
      <p:sp>
        <p:nvSpPr>
          <p:cNvPr id="11" name="Footer Placeholder 10">
            <a:extLst>
              <a:ext uri="{FF2B5EF4-FFF2-40B4-BE49-F238E27FC236}">
                <a16:creationId xmlns:a16="http://schemas.microsoft.com/office/drawing/2014/main" id="{446459C9-E9DA-926C-F0C0-5EEDE6960776}"/>
              </a:ext>
            </a:extLst>
          </p:cNvPr>
          <p:cNvSpPr>
            <a:spLocks noGrp="1"/>
          </p:cNvSpPr>
          <p:nvPr>
            <p:ph type="ftr" sz="quarter" idx="15"/>
          </p:nvPr>
        </p:nvSpPr>
        <p:spPr/>
        <p:txBody>
          <a:bodyPr/>
          <a:lstStyle/>
          <a:p>
            <a:r>
              <a:rPr lang="en-US"/>
              <a:t>Sample Footer Text</a:t>
            </a:r>
          </a:p>
        </p:txBody>
      </p:sp>
      <p:sp>
        <p:nvSpPr>
          <p:cNvPr id="8" name="Date Placeholder 7">
            <a:extLst>
              <a:ext uri="{FF2B5EF4-FFF2-40B4-BE49-F238E27FC236}">
                <a16:creationId xmlns:a16="http://schemas.microsoft.com/office/drawing/2014/main" id="{C1D02E87-8057-8AC7-6F57-2066BA1BC9B7}"/>
              </a:ext>
            </a:extLst>
          </p:cNvPr>
          <p:cNvSpPr>
            <a:spLocks noGrp="1"/>
          </p:cNvSpPr>
          <p:nvPr>
            <p:ph type="dt" sz="half" idx="14"/>
          </p:nvPr>
        </p:nvSpPr>
        <p:spPr/>
        <p:txBody>
          <a:bodyPr/>
          <a:lstStyle/>
          <a:p>
            <a:fld id="{34DFD6AF-0F92-4F71-9576-F6847C4CFE31}" type="datetime1">
              <a:rPr lang="en-US" smtClean="0"/>
              <a:t>6/9/2026</a:t>
            </a:fld>
            <a:endParaRPr lang="en-US"/>
          </a:p>
        </p:txBody>
      </p:sp>
      <p:sp>
        <p:nvSpPr>
          <p:cNvPr id="12" name="Slide Number Placeholder 11">
            <a:extLst>
              <a:ext uri="{FF2B5EF4-FFF2-40B4-BE49-F238E27FC236}">
                <a16:creationId xmlns:a16="http://schemas.microsoft.com/office/drawing/2014/main" id="{52EFA3D8-21DC-0E04-B4E7-4C502496DF9B}"/>
              </a:ext>
            </a:extLst>
          </p:cNvPr>
          <p:cNvSpPr>
            <a:spLocks noGrp="1"/>
          </p:cNvSpPr>
          <p:nvPr>
            <p:ph type="sldNum" sz="quarter" idx="16"/>
          </p:nvPr>
        </p:nvSpPr>
        <p:spPr/>
        <p:txBody>
          <a:bodyPr/>
          <a:lstStyle/>
          <a:p>
            <a:fld id="{DD84031F-D6BF-4677-B12E-7D8B88BA70F7}" type="slidenum">
              <a:rPr lang="en-US" smtClean="0"/>
              <a:t>‹#›</a:t>
            </a:fld>
            <a:endParaRPr lang="en-US"/>
          </a:p>
        </p:txBody>
      </p:sp>
      <p:cxnSp>
        <p:nvCxnSpPr>
          <p:cNvPr id="9" name="Straight Connector 8">
            <a:extLst>
              <a:ext uri="{FF2B5EF4-FFF2-40B4-BE49-F238E27FC236}">
                <a16:creationId xmlns:a16="http://schemas.microsoft.com/office/drawing/2014/main" id="{2426DA2D-1FAE-447C-839B-22F6F0CB343E}"/>
              </a:ext>
            </a:extLst>
          </p:cNvPr>
          <p:cNvCxnSpPr>
            <a:cxnSpLocks/>
          </p:cNvCxnSpPr>
          <p:nvPr/>
        </p:nvCxnSpPr>
        <p:spPr>
          <a:xfrm>
            <a:off x="516418" y="1198471"/>
            <a:ext cx="11142182"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29FD6543-37F0-7721-32E4-3B3C905CC66D}"/>
              </a:ext>
            </a:extLst>
          </p:cNvPr>
          <p:cNvCxnSpPr>
            <a:cxnSpLocks/>
          </p:cNvCxnSpPr>
          <p:nvPr/>
        </p:nvCxnSpPr>
        <p:spPr>
          <a:xfrm>
            <a:off x="530352" y="5638290"/>
            <a:ext cx="11149242"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46464549"/>
      </p:ext>
    </p:extLst>
  </p:cSld>
  <p:clrMapOvr>
    <a:overrideClrMapping bg1="lt1" tx1="dk1" bg2="lt2" tx2="dk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p:cSld name="Statement">
    <p:bg>
      <p:bgPr>
        <a:solidFill>
          <a:schemeClr val="accent1">
            <a:lumMod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11480" y="722376"/>
            <a:ext cx="10762488" cy="5458968"/>
          </a:xfrm>
        </p:spPr>
        <p:txBody>
          <a:bodyPr vert="horz" lIns="91440" tIns="45720" rIns="91440" bIns="45720" rtlCol="0">
            <a:normAutofit/>
          </a:bodyPr>
          <a:lstStyle>
            <a:lvl1pPr marL="0" indent="0">
              <a:lnSpc>
                <a:spcPct val="90000"/>
              </a:lnSpc>
              <a:buNone/>
              <a:defRPr lang="en-US" sz="7200" cap="all" baseline="0" dirty="0">
                <a:latin typeface="+mj-lt"/>
              </a:defRPr>
            </a:lvl1pPr>
            <a:lvl2pPr marL="457200" indent="0">
              <a:lnSpc>
                <a:spcPct val="90000"/>
              </a:lnSpc>
              <a:buNone/>
              <a:defRPr lang="en-US" sz="6600" cap="all" baseline="0" dirty="0">
                <a:latin typeface="+mj-lt"/>
              </a:defRPr>
            </a:lvl2pPr>
            <a:lvl3pPr marL="914400" indent="0">
              <a:lnSpc>
                <a:spcPct val="90000"/>
              </a:lnSpc>
              <a:buNone/>
              <a:defRPr lang="en-US" sz="6000" cap="all" baseline="0" dirty="0">
                <a:latin typeface="+mj-lt"/>
              </a:defRPr>
            </a:lvl3pPr>
            <a:lvl4pPr marL="1371600" indent="0">
              <a:lnSpc>
                <a:spcPct val="90000"/>
              </a:lnSpc>
              <a:buNone/>
              <a:defRPr lang="en-US" sz="6000" cap="all" baseline="0" dirty="0">
                <a:latin typeface="+mj-lt"/>
              </a:defRPr>
            </a:lvl4pPr>
            <a:lvl5pPr marL="1828800" indent="0">
              <a:lnSpc>
                <a:spcPct val="90000"/>
              </a:lnSpc>
              <a:buNone/>
              <a:defRPr lang="en-US" sz="6000" cap="all" baseline="0" dirty="0">
                <a:latin typeface="+mj-lt"/>
              </a:defRPr>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10" name="Footer Placeholder 9">
            <a:extLst>
              <a:ext uri="{FF2B5EF4-FFF2-40B4-BE49-F238E27FC236}">
                <a16:creationId xmlns:a16="http://schemas.microsoft.com/office/drawing/2014/main" id="{B4B05AAB-D167-637A-451A-510AF3173A71}"/>
              </a:ext>
            </a:extLst>
          </p:cNvPr>
          <p:cNvSpPr>
            <a:spLocks noGrp="1"/>
          </p:cNvSpPr>
          <p:nvPr>
            <p:ph type="ftr" sz="quarter" idx="15"/>
          </p:nvPr>
        </p:nvSpPr>
        <p:spPr/>
        <p:txBody>
          <a:bodyPr/>
          <a:lstStyle>
            <a:lvl1pPr>
              <a:defRPr>
                <a:solidFill>
                  <a:schemeClr val="tx1"/>
                </a:solidFill>
              </a:defRPr>
            </a:lvl1pPr>
          </a:lstStyle>
          <a:p>
            <a:r>
              <a:rPr lang="en-US"/>
              <a:t>Sample Footer Text</a:t>
            </a:r>
          </a:p>
        </p:txBody>
      </p:sp>
      <p:sp>
        <p:nvSpPr>
          <p:cNvPr id="6" name="Date Placeholder 5">
            <a:extLst>
              <a:ext uri="{FF2B5EF4-FFF2-40B4-BE49-F238E27FC236}">
                <a16:creationId xmlns:a16="http://schemas.microsoft.com/office/drawing/2014/main" id="{A28B3CFC-5715-1685-A039-A3162E1A6D00}"/>
              </a:ext>
            </a:extLst>
          </p:cNvPr>
          <p:cNvSpPr>
            <a:spLocks noGrp="1"/>
          </p:cNvSpPr>
          <p:nvPr>
            <p:ph type="dt" sz="half" idx="14"/>
          </p:nvPr>
        </p:nvSpPr>
        <p:spPr/>
        <p:txBody>
          <a:bodyPr/>
          <a:lstStyle>
            <a:lvl1pPr>
              <a:defRPr>
                <a:solidFill>
                  <a:schemeClr val="tx1"/>
                </a:solidFill>
              </a:defRPr>
            </a:lvl1pPr>
          </a:lstStyle>
          <a:p>
            <a:fld id="{028211E3-7798-4C1B-A8B7-1D4CC8744C3E}" type="datetime1">
              <a:rPr lang="en-US" smtClean="0"/>
              <a:t>6/9/2026</a:t>
            </a:fld>
            <a:endParaRPr lang="en-US"/>
          </a:p>
        </p:txBody>
      </p:sp>
      <p:sp>
        <p:nvSpPr>
          <p:cNvPr id="11" name="Slide Number Placeholder 10">
            <a:extLst>
              <a:ext uri="{FF2B5EF4-FFF2-40B4-BE49-F238E27FC236}">
                <a16:creationId xmlns:a16="http://schemas.microsoft.com/office/drawing/2014/main" id="{B5256ABD-1750-68C8-B3DD-DDDA3342C7F6}"/>
              </a:ext>
            </a:extLst>
          </p:cNvPr>
          <p:cNvSpPr>
            <a:spLocks noGrp="1"/>
          </p:cNvSpPr>
          <p:nvPr>
            <p:ph type="sldNum" sz="quarter" idx="16"/>
          </p:nvPr>
        </p:nvSpPr>
        <p:spPr/>
        <p:txBody>
          <a:bodyPr/>
          <a:lstStyle>
            <a:lvl1pPr>
              <a:defRPr>
                <a:solidFill>
                  <a:schemeClr val="tx1"/>
                </a:solidFill>
              </a:defRPr>
            </a:lvl1pPr>
          </a:lstStyle>
          <a:p>
            <a:fld id="{DD84031F-D6BF-4677-B12E-7D8B88BA70F7}" type="slidenum">
              <a:rPr lang="en-US" smtClean="0"/>
              <a:pPr/>
              <a:t>‹#›</a:t>
            </a:fld>
            <a:endParaRPr lang="en-US"/>
          </a:p>
        </p:txBody>
      </p:sp>
      <p:cxnSp>
        <p:nvCxnSpPr>
          <p:cNvPr id="8" name="Straight Connector 7">
            <a:extLst>
              <a:ext uri="{FF2B5EF4-FFF2-40B4-BE49-F238E27FC236}">
                <a16:creationId xmlns:a16="http://schemas.microsoft.com/office/drawing/2014/main" id="{07C0A4E9-267E-8FCC-AB27-70F0E33E2D79}"/>
              </a:ext>
            </a:extLst>
          </p:cNvPr>
          <p:cNvCxnSpPr>
            <a:cxnSpLocks/>
          </p:cNvCxnSpPr>
          <p:nvPr/>
        </p:nvCxnSpPr>
        <p:spPr>
          <a:xfrm>
            <a:off x="530352" y="533400"/>
            <a:ext cx="11128248"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97A1B5A9-A34C-A393-09C0-174C561F5FBF}"/>
              </a:ext>
            </a:extLst>
          </p:cNvPr>
          <p:cNvCxnSpPr>
            <a:cxnSpLocks/>
          </p:cNvCxnSpPr>
          <p:nvPr/>
        </p:nvCxnSpPr>
        <p:spPr>
          <a:xfrm>
            <a:off x="530352" y="6324600"/>
            <a:ext cx="11128248"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49683764"/>
      </p:ext>
    </p:extLst>
  </p:cSld>
  <p:clrMapOvr>
    <a:overrideClrMapping bg1="dk1" tx1="lt1" bg2="dk2" tx2="lt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p:cSld name="Statement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30415" y="717754"/>
            <a:ext cx="10758791" cy="5458159"/>
          </a:xfrm>
        </p:spPr>
        <p:txBody>
          <a:bodyPr vert="horz" lIns="91440" tIns="45720" rIns="91440" bIns="45720" rtlCol="0" anchor="t">
            <a:normAutofit/>
          </a:bodyPr>
          <a:lstStyle>
            <a:lvl1pPr marL="0" indent="0">
              <a:lnSpc>
                <a:spcPct val="90000"/>
              </a:lnSpc>
              <a:spcBef>
                <a:spcPts val="1000"/>
              </a:spcBef>
              <a:buNone/>
              <a:defRPr lang="en-US" sz="7200" b="0" cap="all" baseline="0" dirty="0">
                <a:solidFill>
                  <a:schemeClr val="accent1"/>
                </a:solidFill>
                <a:latin typeface="+mj-lt"/>
                <a:ea typeface="+mj-ea"/>
                <a:cs typeface="+mj-cs"/>
              </a:defRPr>
            </a:lvl1pPr>
            <a:lvl2pPr marL="457200" indent="0">
              <a:lnSpc>
                <a:spcPct val="90000"/>
              </a:lnSpc>
              <a:spcBef>
                <a:spcPts val="1000"/>
              </a:spcBef>
              <a:buNone/>
              <a:defRPr lang="en-US" sz="6600" b="0" cap="all" baseline="0" dirty="0">
                <a:solidFill>
                  <a:schemeClr val="accent1"/>
                </a:solidFill>
                <a:latin typeface="+mj-lt"/>
              </a:defRPr>
            </a:lvl2pPr>
            <a:lvl3pPr marL="914400" indent="0">
              <a:lnSpc>
                <a:spcPct val="90000"/>
              </a:lnSpc>
              <a:spcBef>
                <a:spcPts val="1000"/>
              </a:spcBef>
              <a:buNone/>
              <a:defRPr lang="en-US" sz="6000" b="0" cap="all" baseline="0" dirty="0">
                <a:solidFill>
                  <a:schemeClr val="accent1"/>
                </a:solidFill>
                <a:latin typeface="+mj-lt"/>
              </a:defRPr>
            </a:lvl3pPr>
            <a:lvl4pPr marL="1371600" indent="0">
              <a:lnSpc>
                <a:spcPct val="90000"/>
              </a:lnSpc>
              <a:spcBef>
                <a:spcPts val="1000"/>
              </a:spcBef>
              <a:buNone/>
              <a:defRPr lang="en-US" sz="6000" b="0" cap="all" baseline="0" dirty="0">
                <a:solidFill>
                  <a:schemeClr val="accent1"/>
                </a:solidFill>
                <a:latin typeface="+mj-lt"/>
              </a:defRPr>
            </a:lvl4pPr>
            <a:lvl5pPr marL="1828800" indent="0">
              <a:lnSpc>
                <a:spcPct val="90000"/>
              </a:lnSpc>
              <a:spcBef>
                <a:spcPts val="1000"/>
              </a:spcBef>
              <a:buNone/>
              <a:defRPr lang="en-US" sz="6000" b="0" cap="all" baseline="0" dirty="0">
                <a:solidFill>
                  <a:schemeClr val="accent1"/>
                </a:solidFill>
                <a:latin typeface="+mj-lt"/>
              </a:defRPr>
            </a:lvl5pPr>
          </a:lstStyle>
          <a:p>
            <a:pPr marL="228600" lvl="0" indent="-228600">
              <a:lnSpc>
                <a:spcPct val="90000"/>
              </a:lnSpc>
              <a:spcBef>
                <a:spcPct val="0"/>
              </a:spcBef>
            </a:pPr>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2D89B1FA-A3A2-4EEE-AC52-74345FF796E0}" type="datetime1">
              <a:rPr lang="en-US" smtClean="0"/>
              <a:t>6/9/2026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8" name="Straight Connector 7">
            <a:extLst>
              <a:ext uri="{FF2B5EF4-FFF2-40B4-BE49-F238E27FC236}">
                <a16:creationId xmlns:a16="http://schemas.microsoft.com/office/drawing/2014/main" id="{B321C58F-32A5-353B-47A2-C43DAAB8F254}"/>
              </a:ext>
            </a:extLst>
          </p:cNvPr>
          <p:cNvCxnSpPr>
            <a:cxnSpLocks/>
          </p:cNvCxnSpPr>
          <p:nvPr/>
        </p:nvCxnSpPr>
        <p:spPr>
          <a:xfrm>
            <a:off x="530352" y="530352"/>
            <a:ext cx="11128248"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97A1B5A9-A34C-A393-09C0-174C561F5FBF}"/>
              </a:ext>
            </a:extLst>
          </p:cNvPr>
          <p:cNvCxnSpPr>
            <a:cxnSpLocks/>
          </p:cNvCxnSpPr>
          <p:nvPr/>
        </p:nvCxnSpPr>
        <p:spPr>
          <a:xfrm>
            <a:off x="530352" y="6324600"/>
            <a:ext cx="11128248"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8421474"/>
      </p:ext>
    </p:extLst>
  </p:cSld>
  <p:clrMapOvr>
    <a:overrideClrMapping bg1="lt1" tx1="dk1" bg2="lt2" tx2="dk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p:cSld name="Statement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450490" y="1828806"/>
            <a:ext cx="9291020" cy="3132569"/>
          </a:xfrm>
        </p:spPr>
        <p:txBody>
          <a:bodyPr anchor="ctr">
            <a:normAutofit/>
          </a:bodyPr>
          <a:lstStyle>
            <a:lvl1pPr marL="0" indent="0" algn="ctr">
              <a:lnSpc>
                <a:spcPct val="100000"/>
              </a:lnSpc>
              <a:buNone/>
              <a:defRPr sz="5400" b="0">
                <a:solidFill>
                  <a:schemeClr val="accent1"/>
                </a:solidFill>
              </a:defRPr>
            </a:lvl1pPr>
            <a:lvl2pPr marL="228600" indent="0" algn="ctr">
              <a:lnSpc>
                <a:spcPct val="100000"/>
              </a:lnSpc>
              <a:buNone/>
              <a:defRPr sz="4800" b="0">
                <a:solidFill>
                  <a:schemeClr val="accent1"/>
                </a:solidFill>
              </a:defRPr>
            </a:lvl2pPr>
            <a:lvl3pPr marL="457200" indent="0" algn="ctr">
              <a:lnSpc>
                <a:spcPct val="100000"/>
              </a:lnSpc>
              <a:buNone/>
              <a:defRPr sz="4400" b="0">
                <a:solidFill>
                  <a:schemeClr val="accent1"/>
                </a:solidFill>
              </a:defRPr>
            </a:lvl3pPr>
            <a:lvl4pPr marL="685800" indent="0" algn="ctr">
              <a:lnSpc>
                <a:spcPct val="100000"/>
              </a:lnSpc>
              <a:buNone/>
              <a:defRPr sz="4000" b="0">
                <a:solidFill>
                  <a:schemeClr val="accent1"/>
                </a:solidFill>
              </a:defRPr>
            </a:lvl4pPr>
            <a:lvl5pPr marL="914400" indent="0" algn="ctr">
              <a:lnSpc>
                <a:spcPct val="100000"/>
              </a:lnSpc>
              <a:buNone/>
              <a:defRPr sz="3600" b="0">
                <a:solidFill>
                  <a:schemeClr val="accent1"/>
                </a:solidFill>
              </a:defRPr>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8CB0E27F-4DA4-4250-AB3F-755F95A702F0}" type="datetime1">
              <a:rPr lang="en-US" smtClean="0"/>
              <a:t>6/9/2026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6" name="Straight Connector 5">
            <a:extLst>
              <a:ext uri="{FF2B5EF4-FFF2-40B4-BE49-F238E27FC236}">
                <a16:creationId xmlns:a16="http://schemas.microsoft.com/office/drawing/2014/main" id="{99661B65-925C-C474-4671-6B5CBEB80093}"/>
              </a:ext>
            </a:extLst>
          </p:cNvPr>
          <p:cNvCxnSpPr>
            <a:cxnSpLocks/>
          </p:cNvCxnSpPr>
          <p:nvPr/>
        </p:nvCxnSpPr>
        <p:spPr>
          <a:xfrm>
            <a:off x="1405629" y="1164266"/>
            <a:ext cx="9386681"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59AEB70E-85D7-3389-E0B5-B0953E3D035D}"/>
              </a:ext>
            </a:extLst>
          </p:cNvPr>
          <p:cNvCxnSpPr>
            <a:cxnSpLocks/>
          </p:cNvCxnSpPr>
          <p:nvPr/>
        </p:nvCxnSpPr>
        <p:spPr>
          <a:xfrm>
            <a:off x="1399690" y="5693732"/>
            <a:ext cx="9386681"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58792919"/>
      </p:ext>
    </p:extLst>
  </p:cSld>
  <p:clrMapOvr>
    <a:overrideClrMapping bg1="lt1" tx1="dk1" bg2="lt2" tx2="dk2" accent1="accent1" accent2="accent2" accent3="accent3" accent4="accent4" accent5="accent5" accent6="accent6" hlink="hlink" folHlink="folHlink"/>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p:cSld name="Quot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3F0761-EA67-F7D1-62E4-095EADA262F0}"/>
              </a:ext>
            </a:extLst>
          </p:cNvPr>
          <p:cNvSpPr>
            <a:spLocks noGrp="1"/>
          </p:cNvSpPr>
          <p:nvPr>
            <p:ph type="title" hasCustomPrompt="1"/>
          </p:nvPr>
        </p:nvSpPr>
        <p:spPr>
          <a:xfrm>
            <a:off x="1359764" y="5486400"/>
            <a:ext cx="9472473" cy="939691"/>
          </a:xfrm>
        </p:spPr>
        <p:txBody>
          <a:bodyPr anchor="ctr">
            <a:normAutofit/>
          </a:bodyPr>
          <a:lstStyle>
            <a:lvl1pPr marL="137160" indent="-137160" algn="ctr">
              <a:lnSpc>
                <a:spcPct val="100000"/>
              </a:lnSpc>
              <a:defRPr sz="1800" cap="all" baseline="0">
                <a:latin typeface="+mj-lt"/>
              </a:defRPr>
            </a:lvl1pPr>
          </a:lstStyle>
          <a:p>
            <a:r>
              <a:rPr lang="en-US"/>
              <a:t>Quote Author</a:t>
            </a:r>
          </a:p>
        </p:txBody>
      </p:sp>
      <p:sp>
        <p:nvSpPr>
          <p:cNvPr id="7" name="Content Placeholder 6">
            <a:extLst>
              <a:ext uri="{FF2B5EF4-FFF2-40B4-BE49-F238E27FC236}">
                <a16:creationId xmlns:a16="http://schemas.microsoft.com/office/drawing/2014/main" id="{E5FAB025-061F-4B04-451A-37E42755863E}"/>
              </a:ext>
            </a:extLst>
          </p:cNvPr>
          <p:cNvSpPr>
            <a:spLocks noGrp="1"/>
          </p:cNvSpPr>
          <p:nvPr>
            <p:ph sz="quarter" idx="13" hasCustomPrompt="1"/>
          </p:nvPr>
        </p:nvSpPr>
        <p:spPr>
          <a:xfrm>
            <a:off x="1359761" y="667511"/>
            <a:ext cx="9413534" cy="4010998"/>
          </a:xfrm>
        </p:spPr>
        <p:txBody>
          <a:bodyPr anchor="ctr">
            <a:normAutofit/>
          </a:bodyPr>
          <a:lstStyle>
            <a:lvl1pPr marL="0" indent="0" algn="ctr">
              <a:lnSpc>
                <a:spcPct val="100000"/>
              </a:lnSpc>
              <a:buNone/>
              <a:defRPr sz="4400" b="0" cap="none" spc="50" baseline="0">
                <a:solidFill>
                  <a:schemeClr val="accent1"/>
                </a:solidFill>
                <a:latin typeface="+mn-lt"/>
              </a:defRPr>
            </a:lvl1pPr>
            <a:lvl2pPr marL="228600" indent="0" algn="ctr">
              <a:lnSpc>
                <a:spcPct val="100000"/>
              </a:lnSpc>
              <a:buNone/>
              <a:defRPr sz="4000" b="0" cap="none" spc="50" baseline="0">
                <a:solidFill>
                  <a:schemeClr val="accent1"/>
                </a:solidFill>
                <a:latin typeface="+mn-lt"/>
              </a:defRPr>
            </a:lvl2pPr>
            <a:lvl3pPr marL="457200" indent="0" algn="ctr">
              <a:lnSpc>
                <a:spcPct val="100000"/>
              </a:lnSpc>
              <a:buNone/>
              <a:defRPr sz="3600" b="0" cap="none" spc="50" baseline="0">
                <a:solidFill>
                  <a:schemeClr val="accent1"/>
                </a:solidFill>
                <a:latin typeface="+mn-lt"/>
              </a:defRPr>
            </a:lvl3pPr>
            <a:lvl4pPr marL="685800" indent="0" algn="ctr">
              <a:lnSpc>
                <a:spcPct val="100000"/>
              </a:lnSpc>
              <a:buNone/>
              <a:defRPr sz="3200" b="0" cap="none" spc="50" baseline="0">
                <a:solidFill>
                  <a:schemeClr val="accent1"/>
                </a:solidFill>
                <a:latin typeface="+mn-lt"/>
              </a:defRPr>
            </a:lvl4pPr>
            <a:lvl5pPr marL="914400" indent="0" algn="ctr">
              <a:lnSpc>
                <a:spcPct val="100000"/>
              </a:lnSpc>
              <a:buNone/>
              <a:defRPr sz="2800" b="0" cap="none" spc="50" baseline="0">
                <a:solidFill>
                  <a:schemeClr val="accent1"/>
                </a:solidFill>
                <a:latin typeface="+mn-lt"/>
              </a:defRPr>
            </a:lvl5pPr>
          </a:lstStyle>
          <a:p>
            <a:pPr lvl="0"/>
            <a:r>
              <a:rPr lang="en-US"/>
              <a:t>Click to edit quote</a:t>
            </a:r>
          </a:p>
        </p:txBody>
      </p:sp>
      <p:sp>
        <p:nvSpPr>
          <p:cNvPr id="9" name="Footer Placeholder 8">
            <a:extLst>
              <a:ext uri="{FF2B5EF4-FFF2-40B4-BE49-F238E27FC236}">
                <a16:creationId xmlns:a16="http://schemas.microsoft.com/office/drawing/2014/main" id="{468922A5-1A25-C2CB-DB6C-A2CCA7E6E68B}"/>
              </a:ext>
            </a:extLst>
          </p:cNvPr>
          <p:cNvSpPr>
            <a:spLocks noGrp="1"/>
          </p:cNvSpPr>
          <p:nvPr>
            <p:ph type="ftr" sz="quarter" idx="15"/>
          </p:nvPr>
        </p:nvSpPr>
        <p:spPr/>
        <p:txBody>
          <a:bodyPr/>
          <a:lstStyle/>
          <a:p>
            <a:r>
              <a:rPr lang="en-US"/>
              <a:t>Sample Footer Text</a:t>
            </a:r>
          </a:p>
        </p:txBody>
      </p:sp>
      <p:sp>
        <p:nvSpPr>
          <p:cNvPr id="8" name="Date Placeholder 7">
            <a:extLst>
              <a:ext uri="{FF2B5EF4-FFF2-40B4-BE49-F238E27FC236}">
                <a16:creationId xmlns:a16="http://schemas.microsoft.com/office/drawing/2014/main" id="{7AB04756-BB80-4C64-D871-0ADC3A7778F6}"/>
              </a:ext>
            </a:extLst>
          </p:cNvPr>
          <p:cNvSpPr>
            <a:spLocks noGrp="1"/>
          </p:cNvSpPr>
          <p:nvPr>
            <p:ph type="dt" sz="half" idx="14"/>
          </p:nvPr>
        </p:nvSpPr>
        <p:spPr/>
        <p:txBody>
          <a:bodyPr/>
          <a:lstStyle/>
          <a:p>
            <a:fld id="{281718C3-C21D-4CB2-9429-434651DA51E0}" type="datetime1">
              <a:rPr lang="en-US" smtClean="0"/>
              <a:t>6/9/2026</a:t>
            </a:fld>
            <a:endParaRPr lang="en-US"/>
          </a:p>
        </p:txBody>
      </p:sp>
      <p:sp>
        <p:nvSpPr>
          <p:cNvPr id="10" name="Slide Number Placeholder 9">
            <a:extLst>
              <a:ext uri="{FF2B5EF4-FFF2-40B4-BE49-F238E27FC236}">
                <a16:creationId xmlns:a16="http://schemas.microsoft.com/office/drawing/2014/main" id="{3EF70E65-4C3D-A600-1367-6FBA2FDDE55C}"/>
              </a:ext>
            </a:extLst>
          </p:cNvPr>
          <p:cNvSpPr>
            <a:spLocks noGrp="1"/>
          </p:cNvSpPr>
          <p:nvPr>
            <p:ph type="sldNum" sz="quarter" idx="16"/>
          </p:nvPr>
        </p:nvSpPr>
        <p:spPr/>
        <p:txBody>
          <a:bodyPr/>
          <a:lstStyle/>
          <a:p>
            <a:fld id="{DD84031F-D6BF-4677-B12E-7D8B88BA70F7}" type="slidenum">
              <a:rPr lang="en-US" smtClean="0"/>
              <a:t>‹#›</a:t>
            </a:fld>
            <a:endParaRPr lang="en-US"/>
          </a:p>
        </p:txBody>
      </p:sp>
      <p:cxnSp>
        <p:nvCxnSpPr>
          <p:cNvPr id="5" name="Straight Connector 4">
            <a:extLst>
              <a:ext uri="{FF2B5EF4-FFF2-40B4-BE49-F238E27FC236}">
                <a16:creationId xmlns:a16="http://schemas.microsoft.com/office/drawing/2014/main" id="{6C95B307-0002-4F55-5801-73F564B37804}"/>
              </a:ext>
            </a:extLst>
          </p:cNvPr>
          <p:cNvCxnSpPr>
            <a:cxnSpLocks/>
          </p:cNvCxnSpPr>
          <p:nvPr/>
        </p:nvCxnSpPr>
        <p:spPr>
          <a:xfrm>
            <a:off x="1399690" y="5178692"/>
            <a:ext cx="9386681"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51712671"/>
      </p:ext>
    </p:extLst>
  </p:cSld>
  <p:clrMapOvr>
    <a:overrideClrMapping bg1="lt1" tx1="dk1" bg2="lt2" tx2="dk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p:cSld name="Quot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3F0761-EA67-F7D1-62E4-095EADA262F0}"/>
              </a:ext>
            </a:extLst>
          </p:cNvPr>
          <p:cNvSpPr>
            <a:spLocks noGrp="1"/>
          </p:cNvSpPr>
          <p:nvPr>
            <p:ph type="title" hasCustomPrompt="1"/>
          </p:nvPr>
        </p:nvSpPr>
        <p:spPr>
          <a:xfrm>
            <a:off x="548641" y="5422793"/>
            <a:ext cx="8849802" cy="763321"/>
          </a:xfrm>
        </p:spPr>
        <p:txBody>
          <a:bodyPr anchor="t">
            <a:normAutofit/>
          </a:bodyPr>
          <a:lstStyle>
            <a:lvl1pPr marL="0" indent="0">
              <a:lnSpc>
                <a:spcPct val="100000"/>
              </a:lnSpc>
              <a:defRPr sz="2000" cap="all" baseline="0">
                <a:solidFill>
                  <a:schemeClr val="tx1"/>
                </a:solidFill>
                <a:latin typeface="+mj-lt"/>
              </a:defRPr>
            </a:lvl1pPr>
          </a:lstStyle>
          <a:p>
            <a:r>
              <a:rPr lang="en-US"/>
              <a:t>Quote author</a:t>
            </a:r>
          </a:p>
        </p:txBody>
      </p:sp>
      <p:sp>
        <p:nvSpPr>
          <p:cNvPr id="7" name="Content Placeholder 6">
            <a:extLst>
              <a:ext uri="{FF2B5EF4-FFF2-40B4-BE49-F238E27FC236}">
                <a16:creationId xmlns:a16="http://schemas.microsoft.com/office/drawing/2014/main" id="{E5FAB025-061F-4B04-451A-37E42755863E}"/>
              </a:ext>
            </a:extLst>
          </p:cNvPr>
          <p:cNvSpPr>
            <a:spLocks noGrp="1"/>
          </p:cNvSpPr>
          <p:nvPr>
            <p:ph sz="quarter" idx="13" hasCustomPrompt="1"/>
          </p:nvPr>
        </p:nvSpPr>
        <p:spPr>
          <a:xfrm>
            <a:off x="415047" y="364321"/>
            <a:ext cx="8983395" cy="4379976"/>
          </a:xfrm>
        </p:spPr>
        <p:txBody>
          <a:bodyPr anchor="t">
            <a:normAutofit/>
          </a:bodyPr>
          <a:lstStyle>
            <a:lvl1pPr marL="137160" indent="-137160">
              <a:lnSpc>
                <a:spcPct val="100000"/>
              </a:lnSpc>
              <a:buNone/>
              <a:defRPr sz="5400" b="0" cap="none" spc="50" baseline="0">
                <a:solidFill>
                  <a:schemeClr val="accent1"/>
                </a:solidFill>
                <a:latin typeface="+mn-lt"/>
              </a:defRPr>
            </a:lvl1pPr>
            <a:lvl2pPr marL="228600" indent="0">
              <a:buNone/>
              <a:defRPr sz="1600" b="0" cap="all" spc="50" baseline="0">
                <a:solidFill>
                  <a:schemeClr val="tx1"/>
                </a:solidFill>
                <a:latin typeface="+mj-lt"/>
              </a:defRPr>
            </a:lvl2pPr>
            <a:lvl3pPr marL="457200" indent="0">
              <a:buNone/>
              <a:defRPr sz="1400" b="0" cap="all" spc="50" baseline="0">
                <a:solidFill>
                  <a:schemeClr val="tx1"/>
                </a:solidFill>
                <a:latin typeface="+mj-lt"/>
              </a:defRPr>
            </a:lvl3pPr>
            <a:lvl4pPr marL="685800" indent="0">
              <a:buNone/>
              <a:defRPr sz="1200" b="0" cap="all" spc="50" baseline="0">
                <a:solidFill>
                  <a:schemeClr val="tx1"/>
                </a:solidFill>
                <a:latin typeface="+mj-lt"/>
              </a:defRPr>
            </a:lvl4pPr>
            <a:lvl5pPr marL="914400" indent="0">
              <a:buNone/>
              <a:defRPr sz="1100" b="0" cap="all" spc="50" baseline="0">
                <a:solidFill>
                  <a:schemeClr val="tx1"/>
                </a:solidFill>
                <a:latin typeface="+mj-lt"/>
              </a:defRPr>
            </a:lvl5pPr>
          </a:lstStyle>
          <a:p>
            <a:pPr lvl="0"/>
            <a:r>
              <a:rPr lang="en-US"/>
              <a:t>Click to edit quote</a:t>
            </a:r>
          </a:p>
        </p:txBody>
      </p:sp>
      <p:sp>
        <p:nvSpPr>
          <p:cNvPr id="11" name="Footer Placeholder 10">
            <a:extLst>
              <a:ext uri="{FF2B5EF4-FFF2-40B4-BE49-F238E27FC236}">
                <a16:creationId xmlns:a16="http://schemas.microsoft.com/office/drawing/2014/main" id="{BB573913-DF3D-A336-7766-2F2A4077FA24}"/>
              </a:ext>
            </a:extLst>
          </p:cNvPr>
          <p:cNvSpPr>
            <a:spLocks noGrp="1"/>
          </p:cNvSpPr>
          <p:nvPr>
            <p:ph type="ftr" sz="quarter" idx="15"/>
          </p:nvPr>
        </p:nvSpPr>
        <p:spPr/>
        <p:txBody>
          <a:bodyPr/>
          <a:lstStyle/>
          <a:p>
            <a:r>
              <a:rPr lang="en-US"/>
              <a:t>Sample Footer Text</a:t>
            </a:r>
          </a:p>
        </p:txBody>
      </p:sp>
      <p:sp>
        <p:nvSpPr>
          <p:cNvPr id="10" name="Date Placeholder 9">
            <a:extLst>
              <a:ext uri="{FF2B5EF4-FFF2-40B4-BE49-F238E27FC236}">
                <a16:creationId xmlns:a16="http://schemas.microsoft.com/office/drawing/2014/main" id="{82574524-6D35-F65F-291D-C661BC2839A9}"/>
              </a:ext>
            </a:extLst>
          </p:cNvPr>
          <p:cNvSpPr>
            <a:spLocks noGrp="1"/>
          </p:cNvSpPr>
          <p:nvPr>
            <p:ph type="dt" sz="half" idx="14"/>
          </p:nvPr>
        </p:nvSpPr>
        <p:spPr/>
        <p:txBody>
          <a:bodyPr/>
          <a:lstStyle/>
          <a:p>
            <a:fld id="{EF484BAB-BC70-496F-BE5F-77C3800258C1}" type="datetime1">
              <a:rPr lang="en-US" smtClean="0"/>
              <a:t>6/9/2026</a:t>
            </a:fld>
            <a:endParaRPr lang="en-US"/>
          </a:p>
        </p:txBody>
      </p:sp>
      <p:sp>
        <p:nvSpPr>
          <p:cNvPr id="12" name="Slide Number Placeholder 11">
            <a:extLst>
              <a:ext uri="{FF2B5EF4-FFF2-40B4-BE49-F238E27FC236}">
                <a16:creationId xmlns:a16="http://schemas.microsoft.com/office/drawing/2014/main" id="{551DEE08-81D7-3436-67E0-35E4159750B3}"/>
              </a:ext>
            </a:extLst>
          </p:cNvPr>
          <p:cNvSpPr>
            <a:spLocks noGrp="1"/>
          </p:cNvSpPr>
          <p:nvPr>
            <p:ph type="sldNum" sz="quarter" idx="16"/>
          </p:nvPr>
        </p:nvSpPr>
        <p:spPr/>
        <p:txBody>
          <a:bodyPr/>
          <a:lstStyle/>
          <a:p>
            <a:fld id="{DD84031F-D6BF-4677-B12E-7D8B88BA70F7}" type="slidenum">
              <a:rPr lang="en-US" smtClean="0"/>
              <a:t>‹#›</a:t>
            </a:fld>
            <a:endParaRPr lang="en-US"/>
          </a:p>
        </p:txBody>
      </p:sp>
      <p:cxnSp>
        <p:nvCxnSpPr>
          <p:cNvPr id="6" name="Straight Connector 5">
            <a:extLst>
              <a:ext uri="{FF2B5EF4-FFF2-40B4-BE49-F238E27FC236}">
                <a16:creationId xmlns:a16="http://schemas.microsoft.com/office/drawing/2014/main" id="{1A1234A2-3E92-F2E2-45A7-60E39396715E}"/>
              </a:ext>
            </a:extLst>
          </p:cNvPr>
          <p:cNvCxnSpPr>
            <a:cxnSpLocks/>
          </p:cNvCxnSpPr>
          <p:nvPr/>
        </p:nvCxnSpPr>
        <p:spPr>
          <a:xfrm>
            <a:off x="530352" y="5184424"/>
            <a:ext cx="11142182"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51A2847D-BCD1-DEA8-DC65-258A4946768E}"/>
              </a:ext>
            </a:extLst>
          </p:cNvPr>
          <p:cNvCxnSpPr>
            <a:cxnSpLocks/>
          </p:cNvCxnSpPr>
          <p:nvPr/>
        </p:nvCxnSpPr>
        <p:spPr>
          <a:xfrm>
            <a:off x="530352" y="6326367"/>
            <a:ext cx="1115568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84437306"/>
      </p:ext>
    </p:extLst>
  </p:cSld>
  <p:clrMapOvr>
    <a:overrideClrMapping bg1="lt1" tx1="dk1" bg2="lt2" tx2="dk2" accent1="accent1" accent2="accent2" accent3="accent3" accent4="accent4" accent5="accent5" accent6="accent6" hlink="hlink" folHlink="folHlink"/>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p:cSld name="Quote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3F0761-EA67-F7D1-62E4-095EADA262F0}"/>
              </a:ext>
            </a:extLst>
          </p:cNvPr>
          <p:cNvSpPr>
            <a:spLocks noGrp="1"/>
          </p:cNvSpPr>
          <p:nvPr>
            <p:ph type="title" hasCustomPrompt="1"/>
          </p:nvPr>
        </p:nvSpPr>
        <p:spPr>
          <a:xfrm>
            <a:off x="930302" y="5345083"/>
            <a:ext cx="10243537" cy="847899"/>
          </a:xfrm>
        </p:spPr>
        <p:txBody>
          <a:bodyPr anchor="ctr">
            <a:normAutofit/>
          </a:bodyPr>
          <a:lstStyle>
            <a:lvl1pPr marL="137160" indent="-137160" algn="ctr">
              <a:lnSpc>
                <a:spcPct val="110000"/>
              </a:lnSpc>
              <a:defRPr sz="1800" cap="none" baseline="0">
                <a:solidFill>
                  <a:schemeClr val="accent1"/>
                </a:solidFill>
                <a:latin typeface="+mn-lt"/>
              </a:defRPr>
            </a:lvl1pPr>
          </a:lstStyle>
          <a:p>
            <a:r>
              <a:rPr lang="en-US"/>
              <a:t>Quote Author</a:t>
            </a:r>
          </a:p>
        </p:txBody>
      </p:sp>
      <p:sp>
        <p:nvSpPr>
          <p:cNvPr id="7" name="Content Placeholder 6">
            <a:extLst>
              <a:ext uri="{FF2B5EF4-FFF2-40B4-BE49-F238E27FC236}">
                <a16:creationId xmlns:a16="http://schemas.microsoft.com/office/drawing/2014/main" id="{E5FAB025-061F-4B04-451A-37E42755863E}"/>
              </a:ext>
            </a:extLst>
          </p:cNvPr>
          <p:cNvSpPr>
            <a:spLocks noGrp="1"/>
          </p:cNvSpPr>
          <p:nvPr>
            <p:ph sz="quarter" idx="13" hasCustomPrompt="1"/>
          </p:nvPr>
        </p:nvSpPr>
        <p:spPr>
          <a:xfrm>
            <a:off x="930303" y="951364"/>
            <a:ext cx="10243536" cy="3794370"/>
          </a:xfrm>
        </p:spPr>
        <p:txBody>
          <a:bodyPr anchor="ctr">
            <a:normAutofit/>
          </a:bodyPr>
          <a:lstStyle>
            <a:lvl1pPr marL="0" indent="0" algn="ctr">
              <a:buNone/>
              <a:defRPr sz="4400" b="0" cap="all" spc="50" baseline="0">
                <a:solidFill>
                  <a:schemeClr val="tx1"/>
                </a:solidFill>
                <a:latin typeface="+mj-lt"/>
              </a:defRPr>
            </a:lvl1pPr>
            <a:lvl2pPr marL="228600" indent="0">
              <a:buNone/>
              <a:defRPr sz="4400" b="0" cap="all" spc="50" baseline="0">
                <a:solidFill>
                  <a:schemeClr val="accent1"/>
                </a:solidFill>
                <a:latin typeface="+mj-lt"/>
              </a:defRPr>
            </a:lvl2pPr>
            <a:lvl3pPr marL="457200" indent="0">
              <a:buNone/>
              <a:defRPr sz="4400" b="0" cap="all" spc="50" baseline="0">
                <a:solidFill>
                  <a:schemeClr val="accent1"/>
                </a:solidFill>
                <a:latin typeface="+mj-lt"/>
              </a:defRPr>
            </a:lvl3pPr>
            <a:lvl4pPr marL="685800" indent="0">
              <a:buNone/>
              <a:defRPr sz="4400" b="0" cap="all" spc="50" baseline="0">
                <a:solidFill>
                  <a:schemeClr val="accent1"/>
                </a:solidFill>
                <a:latin typeface="+mj-lt"/>
              </a:defRPr>
            </a:lvl4pPr>
            <a:lvl5pPr marL="914400" indent="0">
              <a:buNone/>
              <a:defRPr sz="4400" b="0" cap="all" spc="50" baseline="0">
                <a:solidFill>
                  <a:schemeClr val="accent1"/>
                </a:solidFill>
                <a:latin typeface="+mj-lt"/>
              </a:defRPr>
            </a:lvl5pPr>
          </a:lstStyle>
          <a:p>
            <a:pPr lvl="0"/>
            <a:r>
              <a:rPr lang="en-US"/>
              <a:t>Click to Edit Quote</a:t>
            </a:r>
          </a:p>
        </p:txBody>
      </p:sp>
      <p:sp>
        <p:nvSpPr>
          <p:cNvPr id="4" name="Footer Placeholder 3">
            <a:extLst>
              <a:ext uri="{FF2B5EF4-FFF2-40B4-BE49-F238E27FC236}">
                <a16:creationId xmlns:a16="http://schemas.microsoft.com/office/drawing/2014/main" id="{B54C2DF4-76B6-1299-74E1-66F403C01A3C}"/>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49A78CD0-57A9-DB86-E3A3-40628E6D68B7}"/>
              </a:ext>
            </a:extLst>
          </p:cNvPr>
          <p:cNvSpPr>
            <a:spLocks noGrp="1"/>
          </p:cNvSpPr>
          <p:nvPr>
            <p:ph type="dt" sz="half" idx="10"/>
          </p:nvPr>
        </p:nvSpPr>
        <p:spPr/>
        <p:txBody>
          <a:bodyPr/>
          <a:lstStyle/>
          <a:p>
            <a:fld id="{9245940F-B015-464A-92BD-FC8709C093C5}" type="datetime1">
              <a:rPr lang="en-US" smtClean="0"/>
              <a:t>6/9/2026</a:t>
            </a:fld>
            <a:endParaRPr lang="en-US"/>
          </a:p>
        </p:txBody>
      </p:sp>
      <p:sp>
        <p:nvSpPr>
          <p:cNvPr id="5" name="Slide Number Placeholder 4">
            <a:extLst>
              <a:ext uri="{FF2B5EF4-FFF2-40B4-BE49-F238E27FC236}">
                <a16:creationId xmlns:a16="http://schemas.microsoft.com/office/drawing/2014/main" id="{2535CA15-3DFE-125B-C658-77179EDEA2F0}"/>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8" name="Straight Connector 7">
            <a:extLst>
              <a:ext uri="{FF2B5EF4-FFF2-40B4-BE49-F238E27FC236}">
                <a16:creationId xmlns:a16="http://schemas.microsoft.com/office/drawing/2014/main" id="{56050A9D-B7C5-F464-79AD-0740B311B072}"/>
              </a:ext>
            </a:extLst>
          </p:cNvPr>
          <p:cNvCxnSpPr>
            <a:cxnSpLocks/>
          </p:cNvCxnSpPr>
          <p:nvPr/>
        </p:nvCxnSpPr>
        <p:spPr>
          <a:xfrm>
            <a:off x="524909" y="533400"/>
            <a:ext cx="11142182"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1A1234A2-3E92-F2E2-45A7-60E39396715E}"/>
              </a:ext>
            </a:extLst>
          </p:cNvPr>
          <p:cNvCxnSpPr>
            <a:cxnSpLocks/>
          </p:cNvCxnSpPr>
          <p:nvPr/>
        </p:nvCxnSpPr>
        <p:spPr>
          <a:xfrm>
            <a:off x="516418" y="5184424"/>
            <a:ext cx="11142182"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0F8BEE7C-4A94-0B15-16EB-46B45E9C057E}"/>
              </a:ext>
            </a:extLst>
          </p:cNvPr>
          <p:cNvCxnSpPr>
            <a:cxnSpLocks/>
          </p:cNvCxnSpPr>
          <p:nvPr/>
        </p:nvCxnSpPr>
        <p:spPr>
          <a:xfrm>
            <a:off x="507928" y="6324600"/>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10983069"/>
      </p:ext>
    </p:extLst>
  </p:cSld>
  <p:clrMapOvr>
    <a:overrideClrMapping bg1="lt1" tx1="dk1" bg2="lt2" tx2="dk2" accent1="accent1" accent2="accent2" accent3="accent3" accent4="accent4" accent5="accent5" accent6="accent6" hlink="hlink" folHlink="folHlink"/>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p:cSld name="Quote 4">
    <p:bg>
      <p:bgPr>
        <a:solidFill>
          <a:schemeClr val="accent1">
            <a:lumMod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3F0761-EA67-F7D1-62E4-095EADA262F0}"/>
              </a:ext>
            </a:extLst>
          </p:cNvPr>
          <p:cNvSpPr>
            <a:spLocks noGrp="1"/>
          </p:cNvSpPr>
          <p:nvPr>
            <p:ph type="title" hasCustomPrompt="1"/>
          </p:nvPr>
        </p:nvSpPr>
        <p:spPr>
          <a:xfrm>
            <a:off x="1359764" y="5430743"/>
            <a:ext cx="9472473" cy="704081"/>
          </a:xfrm>
        </p:spPr>
        <p:txBody>
          <a:bodyPr anchor="ctr">
            <a:normAutofit/>
          </a:bodyPr>
          <a:lstStyle>
            <a:lvl1pPr marL="137160" indent="-137160" algn="ctr">
              <a:lnSpc>
                <a:spcPct val="100000"/>
              </a:lnSpc>
              <a:defRPr sz="1800" cap="all" baseline="0">
                <a:solidFill>
                  <a:schemeClr val="tx1"/>
                </a:solidFill>
                <a:latin typeface="+mj-lt"/>
              </a:defRPr>
            </a:lvl1pPr>
          </a:lstStyle>
          <a:p>
            <a:r>
              <a:rPr lang="en-US"/>
              <a:t>Quote Author</a:t>
            </a:r>
          </a:p>
        </p:txBody>
      </p:sp>
      <p:sp>
        <p:nvSpPr>
          <p:cNvPr id="7" name="Content Placeholder 6">
            <a:extLst>
              <a:ext uri="{FF2B5EF4-FFF2-40B4-BE49-F238E27FC236}">
                <a16:creationId xmlns:a16="http://schemas.microsoft.com/office/drawing/2014/main" id="{E5FAB025-061F-4B04-451A-37E42755863E}"/>
              </a:ext>
            </a:extLst>
          </p:cNvPr>
          <p:cNvSpPr>
            <a:spLocks noGrp="1"/>
          </p:cNvSpPr>
          <p:nvPr>
            <p:ph sz="quarter" idx="13" hasCustomPrompt="1"/>
          </p:nvPr>
        </p:nvSpPr>
        <p:spPr>
          <a:xfrm>
            <a:off x="1359761" y="1081377"/>
            <a:ext cx="9413534" cy="3597131"/>
          </a:xfrm>
        </p:spPr>
        <p:txBody>
          <a:bodyPr anchor="ctr">
            <a:normAutofit/>
          </a:bodyPr>
          <a:lstStyle>
            <a:lvl1pPr marL="0" indent="0" algn="ctr">
              <a:lnSpc>
                <a:spcPct val="100000"/>
              </a:lnSpc>
              <a:buNone/>
              <a:defRPr sz="4400" b="0" cap="none" spc="50" baseline="0">
                <a:solidFill>
                  <a:schemeClr val="tx1"/>
                </a:solidFill>
                <a:latin typeface="+mn-lt"/>
              </a:defRPr>
            </a:lvl1pPr>
            <a:lvl2pPr marL="228600" indent="0" algn="ctr">
              <a:lnSpc>
                <a:spcPct val="100000"/>
              </a:lnSpc>
              <a:buNone/>
              <a:defRPr sz="4000" b="0" cap="none" spc="50" baseline="0">
                <a:solidFill>
                  <a:schemeClr val="accent1"/>
                </a:solidFill>
                <a:latin typeface="+mn-lt"/>
              </a:defRPr>
            </a:lvl2pPr>
            <a:lvl3pPr marL="457200" indent="0" algn="ctr">
              <a:lnSpc>
                <a:spcPct val="100000"/>
              </a:lnSpc>
              <a:buNone/>
              <a:defRPr sz="3600" b="0" cap="none" spc="50" baseline="0">
                <a:solidFill>
                  <a:schemeClr val="accent1"/>
                </a:solidFill>
                <a:latin typeface="+mn-lt"/>
              </a:defRPr>
            </a:lvl3pPr>
            <a:lvl4pPr marL="685800" indent="0" algn="ctr">
              <a:lnSpc>
                <a:spcPct val="100000"/>
              </a:lnSpc>
              <a:buNone/>
              <a:defRPr sz="3200" b="0" cap="none" spc="50" baseline="0">
                <a:solidFill>
                  <a:schemeClr val="accent1"/>
                </a:solidFill>
                <a:latin typeface="+mn-lt"/>
              </a:defRPr>
            </a:lvl4pPr>
            <a:lvl5pPr marL="914400" indent="0" algn="ctr">
              <a:lnSpc>
                <a:spcPct val="100000"/>
              </a:lnSpc>
              <a:buNone/>
              <a:defRPr sz="2800" b="0" cap="none" spc="50" baseline="0">
                <a:solidFill>
                  <a:schemeClr val="accent1"/>
                </a:solidFill>
                <a:latin typeface="+mn-lt"/>
              </a:defRPr>
            </a:lvl5pPr>
          </a:lstStyle>
          <a:p>
            <a:pPr lvl="0"/>
            <a:r>
              <a:rPr lang="en-US"/>
              <a:t>Click to edit quote</a:t>
            </a:r>
          </a:p>
        </p:txBody>
      </p:sp>
      <p:sp>
        <p:nvSpPr>
          <p:cNvPr id="4" name="Footer Placeholder 3">
            <a:extLst>
              <a:ext uri="{FF2B5EF4-FFF2-40B4-BE49-F238E27FC236}">
                <a16:creationId xmlns:a16="http://schemas.microsoft.com/office/drawing/2014/main" id="{B54C2DF4-76B6-1299-74E1-66F403C01A3C}"/>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49A78CD0-57A9-DB86-E3A3-40628E6D68B7}"/>
              </a:ext>
            </a:extLst>
          </p:cNvPr>
          <p:cNvSpPr>
            <a:spLocks noGrp="1"/>
          </p:cNvSpPr>
          <p:nvPr>
            <p:ph type="dt" sz="half" idx="10"/>
          </p:nvPr>
        </p:nvSpPr>
        <p:spPr/>
        <p:txBody>
          <a:bodyPr/>
          <a:lstStyle>
            <a:lvl1pPr>
              <a:defRPr>
                <a:solidFill>
                  <a:schemeClr val="tx1"/>
                </a:solidFill>
              </a:defRPr>
            </a:lvl1pPr>
          </a:lstStyle>
          <a:p>
            <a:fld id="{8E6C2023-0583-4B96-882C-68D22DCD46B6}" type="datetime1">
              <a:rPr lang="en-US" smtClean="0"/>
              <a:t>6/9/2026</a:t>
            </a:fld>
            <a:endParaRPr lang="en-US"/>
          </a:p>
        </p:txBody>
      </p:sp>
      <p:sp>
        <p:nvSpPr>
          <p:cNvPr id="5" name="Slide Number Placeholder 4">
            <a:extLst>
              <a:ext uri="{FF2B5EF4-FFF2-40B4-BE49-F238E27FC236}">
                <a16:creationId xmlns:a16="http://schemas.microsoft.com/office/drawing/2014/main" id="{2535CA15-3DFE-125B-C658-77179EDEA2F0}"/>
              </a:ext>
            </a:extLst>
          </p:cNvPr>
          <p:cNvSpPr>
            <a:spLocks noGrp="1"/>
          </p:cNvSpPr>
          <p:nvPr>
            <p:ph type="sldNum" sz="quarter" idx="12"/>
          </p:nvPr>
        </p:nvSpPr>
        <p:spPr/>
        <p:txBody>
          <a:bodyPr/>
          <a:lstStyle>
            <a:lvl1pPr>
              <a:defRPr>
                <a:solidFill>
                  <a:schemeClr val="tx1"/>
                </a:solidFill>
              </a:defRPr>
            </a:lvl1pPr>
          </a:lstStyle>
          <a:p>
            <a:fld id="{DD84031F-D6BF-4677-B12E-7D8B88BA70F7}" type="slidenum">
              <a:rPr lang="en-US" smtClean="0"/>
              <a:t>‹#›</a:t>
            </a:fld>
            <a:endParaRPr lang="en-US"/>
          </a:p>
        </p:txBody>
      </p:sp>
      <p:cxnSp>
        <p:nvCxnSpPr>
          <p:cNvPr id="10" name="Straight Connector 9">
            <a:extLst>
              <a:ext uri="{FF2B5EF4-FFF2-40B4-BE49-F238E27FC236}">
                <a16:creationId xmlns:a16="http://schemas.microsoft.com/office/drawing/2014/main" id="{3FD77A43-F5D0-235F-35F0-CBDFCF048764}"/>
              </a:ext>
            </a:extLst>
          </p:cNvPr>
          <p:cNvCxnSpPr>
            <a:cxnSpLocks/>
          </p:cNvCxnSpPr>
          <p:nvPr/>
        </p:nvCxnSpPr>
        <p:spPr>
          <a:xfrm>
            <a:off x="530352" y="530352"/>
            <a:ext cx="11159163"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D4577989-BB5F-9AF1-A65F-3B2D0FDB6368}"/>
              </a:ext>
            </a:extLst>
          </p:cNvPr>
          <p:cNvCxnSpPr>
            <a:cxnSpLocks/>
          </p:cNvCxnSpPr>
          <p:nvPr/>
        </p:nvCxnSpPr>
        <p:spPr>
          <a:xfrm>
            <a:off x="530352" y="5180630"/>
            <a:ext cx="11159163"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B066E7AB-929A-6900-35D9-F1C66399874C}"/>
              </a:ext>
            </a:extLst>
          </p:cNvPr>
          <p:cNvCxnSpPr>
            <a:cxnSpLocks/>
          </p:cNvCxnSpPr>
          <p:nvPr/>
        </p:nvCxnSpPr>
        <p:spPr>
          <a:xfrm>
            <a:off x="530352" y="6324600"/>
            <a:ext cx="11159163"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19299832"/>
      </p:ext>
    </p:extLst>
  </p:cSld>
  <p:clrMapOvr>
    <a:overrideClrMapping bg1="dk1" tx1="lt1" bg2="dk2" tx2="lt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p:cSld name="Two Conten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34958D-8125-1BDA-53C9-9E2D338832F5}"/>
              </a:ext>
            </a:extLst>
          </p:cNvPr>
          <p:cNvSpPr>
            <a:spLocks noGrp="1"/>
          </p:cNvSpPr>
          <p:nvPr>
            <p:ph type="title"/>
          </p:nvPr>
        </p:nvSpPr>
        <p:spPr>
          <a:xfrm>
            <a:off x="419100" y="365760"/>
            <a:ext cx="11239498" cy="914400"/>
          </a:xfrm>
        </p:spPr>
        <p:txBody>
          <a:bodyPr anchor="b"/>
          <a:lstStyle/>
          <a:p>
            <a:r>
              <a:rPr lang="en-US"/>
              <a:t>Click to edit Master title style</a:t>
            </a:r>
          </a:p>
        </p:txBody>
      </p:sp>
      <p:sp>
        <p:nvSpPr>
          <p:cNvPr id="4" name="Content Placeholder 3">
            <a:extLst>
              <a:ext uri="{FF2B5EF4-FFF2-40B4-BE49-F238E27FC236}">
                <a16:creationId xmlns:a16="http://schemas.microsoft.com/office/drawing/2014/main" id="{5FB8DBCC-227D-BB0A-7CD5-02D66CF18745}"/>
              </a:ext>
            </a:extLst>
          </p:cNvPr>
          <p:cNvSpPr>
            <a:spLocks noGrp="1"/>
          </p:cNvSpPr>
          <p:nvPr>
            <p:ph sz="quarter" idx="15"/>
          </p:nvPr>
        </p:nvSpPr>
        <p:spPr>
          <a:xfrm>
            <a:off x="419100" y="1714500"/>
            <a:ext cx="5305425" cy="43894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a:extLst>
              <a:ext uri="{FF2B5EF4-FFF2-40B4-BE49-F238E27FC236}">
                <a16:creationId xmlns:a16="http://schemas.microsoft.com/office/drawing/2014/main" id="{0DBB7E01-A7E6-1882-4E9B-8EABAF71F969}"/>
              </a:ext>
            </a:extLst>
          </p:cNvPr>
          <p:cNvSpPr>
            <a:spLocks noGrp="1"/>
          </p:cNvSpPr>
          <p:nvPr>
            <p:ph sz="quarter" idx="16"/>
          </p:nvPr>
        </p:nvSpPr>
        <p:spPr>
          <a:xfrm>
            <a:off x="6345936" y="1719072"/>
            <a:ext cx="5321808" cy="439054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a:extLst>
              <a:ext uri="{FF2B5EF4-FFF2-40B4-BE49-F238E27FC236}">
                <a16:creationId xmlns:a16="http://schemas.microsoft.com/office/drawing/2014/main" id="{7D294A4A-89C4-68BF-6701-5C47F940E3D6}"/>
              </a:ext>
            </a:extLst>
          </p:cNvPr>
          <p:cNvSpPr>
            <a:spLocks noGrp="1"/>
          </p:cNvSpPr>
          <p:nvPr>
            <p:ph type="ftr" sz="quarter" idx="11"/>
          </p:nvPr>
        </p:nvSpPr>
        <p:spPr/>
        <p:txBody>
          <a:bodyPr/>
          <a:lstStyle/>
          <a:p>
            <a:r>
              <a:rPr lang="en-US"/>
              <a:t>Sample Footer Text</a:t>
            </a:r>
          </a:p>
        </p:txBody>
      </p:sp>
      <p:sp>
        <p:nvSpPr>
          <p:cNvPr id="7" name="Date Placeholder 6">
            <a:extLst>
              <a:ext uri="{FF2B5EF4-FFF2-40B4-BE49-F238E27FC236}">
                <a16:creationId xmlns:a16="http://schemas.microsoft.com/office/drawing/2014/main" id="{977908BC-F48B-81E4-8D93-7DB9E37161B6}"/>
              </a:ext>
            </a:extLst>
          </p:cNvPr>
          <p:cNvSpPr>
            <a:spLocks noGrp="1"/>
          </p:cNvSpPr>
          <p:nvPr>
            <p:ph type="dt" sz="half" idx="10"/>
          </p:nvPr>
        </p:nvSpPr>
        <p:spPr/>
        <p:txBody>
          <a:bodyPr/>
          <a:lstStyle/>
          <a:p>
            <a:fld id="{6504A9F1-814E-44B0-83E3-9DA02F3C243F}" type="datetime1">
              <a:rPr lang="en-US" smtClean="0"/>
              <a:t>6/9/2026</a:t>
            </a:fld>
            <a:endParaRPr lang="en-US"/>
          </a:p>
        </p:txBody>
      </p:sp>
      <p:sp>
        <p:nvSpPr>
          <p:cNvPr id="9" name="Slide Number Placeholder 8">
            <a:extLst>
              <a:ext uri="{FF2B5EF4-FFF2-40B4-BE49-F238E27FC236}">
                <a16:creationId xmlns:a16="http://schemas.microsoft.com/office/drawing/2014/main" id="{27F93A54-CB38-BEAF-260B-84EDDF3011D2}"/>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11" name="Straight Connector 10">
            <a:extLst>
              <a:ext uri="{FF2B5EF4-FFF2-40B4-BE49-F238E27FC236}">
                <a16:creationId xmlns:a16="http://schemas.microsoft.com/office/drawing/2014/main" id="{A90608C5-C55C-14AC-C8E9-7F0530018CE5}"/>
              </a:ext>
            </a:extLst>
          </p:cNvPr>
          <p:cNvCxnSpPr>
            <a:cxnSpLocks/>
          </p:cNvCxnSpPr>
          <p:nvPr/>
        </p:nvCxnSpPr>
        <p:spPr>
          <a:xfrm>
            <a:off x="533400" y="1357303"/>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2127844"/>
      </p:ext>
    </p:extLst>
  </p:cSld>
  <p:clrMapOvr>
    <a:overrideClrMapping bg1="lt1" tx1="dk1" bg2="lt2" tx2="dk2" accent1="accent1" accent2="accent2" accent3="accent3" accent4="accent4" accent5="accent5" accent6="accent6" hlink="hlink" folHlink="folHlink"/>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p:cSld name="Comparis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34958D-8125-1BDA-53C9-9E2D338832F5}"/>
              </a:ext>
            </a:extLst>
          </p:cNvPr>
          <p:cNvSpPr>
            <a:spLocks noGrp="1"/>
          </p:cNvSpPr>
          <p:nvPr>
            <p:ph type="title"/>
          </p:nvPr>
        </p:nvSpPr>
        <p:spPr>
          <a:xfrm>
            <a:off x="402335" y="365760"/>
            <a:ext cx="11256264" cy="914400"/>
          </a:xfrm>
        </p:spPr>
        <p:txBody>
          <a:bodyPr anchor="b"/>
          <a:lstStyle/>
          <a:p>
            <a:r>
              <a:rPr lang="en-US"/>
              <a:t>Click to edit Master title style</a:t>
            </a:r>
          </a:p>
        </p:txBody>
      </p:sp>
      <p:sp>
        <p:nvSpPr>
          <p:cNvPr id="3" name="Text Placeholder 2">
            <a:extLst>
              <a:ext uri="{FF2B5EF4-FFF2-40B4-BE49-F238E27FC236}">
                <a16:creationId xmlns:a16="http://schemas.microsoft.com/office/drawing/2014/main" id="{7709FF10-A82A-AAEB-4B8C-921F3BA2028E}"/>
              </a:ext>
            </a:extLst>
          </p:cNvPr>
          <p:cNvSpPr>
            <a:spLocks noGrp="1"/>
          </p:cNvSpPr>
          <p:nvPr>
            <p:ph type="body" idx="1"/>
          </p:nvPr>
        </p:nvSpPr>
        <p:spPr>
          <a:xfrm>
            <a:off x="415048" y="1490472"/>
            <a:ext cx="5321808" cy="642902"/>
          </a:xfrm>
        </p:spPr>
        <p:txBody>
          <a:bodyPr anchor="b">
            <a:normAutofit/>
          </a:bodyPr>
          <a:lstStyle>
            <a:lvl1pPr marL="0" indent="0">
              <a:lnSpc>
                <a:spcPct val="100000"/>
              </a:lnSpc>
              <a:buNone/>
              <a:defRPr sz="2200" b="0" cap="none"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CEFD932-A581-1A49-7FAF-0FED2E2BC182}"/>
              </a:ext>
            </a:extLst>
          </p:cNvPr>
          <p:cNvSpPr>
            <a:spLocks noGrp="1"/>
          </p:cNvSpPr>
          <p:nvPr>
            <p:ph sz="quarter" idx="15"/>
          </p:nvPr>
        </p:nvSpPr>
        <p:spPr>
          <a:xfrm>
            <a:off x="419100" y="2212975"/>
            <a:ext cx="5303838" cy="38925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A627A15-4AB2-F230-22C7-0605AFD7DF22}"/>
              </a:ext>
            </a:extLst>
          </p:cNvPr>
          <p:cNvSpPr>
            <a:spLocks noGrp="1"/>
          </p:cNvSpPr>
          <p:nvPr>
            <p:ph type="body" sz="quarter" idx="3"/>
          </p:nvPr>
        </p:nvSpPr>
        <p:spPr>
          <a:xfrm>
            <a:off x="6345936" y="1490472"/>
            <a:ext cx="5321808" cy="642902"/>
          </a:xfrm>
        </p:spPr>
        <p:txBody>
          <a:bodyPr anchor="b">
            <a:normAutofit/>
          </a:bodyPr>
          <a:lstStyle>
            <a:lvl1pPr marL="0" indent="0">
              <a:lnSpc>
                <a:spcPct val="100000"/>
              </a:lnSpc>
              <a:buNone/>
              <a:defRPr sz="2200" b="0" cap="none"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11">
            <a:extLst>
              <a:ext uri="{FF2B5EF4-FFF2-40B4-BE49-F238E27FC236}">
                <a16:creationId xmlns:a16="http://schemas.microsoft.com/office/drawing/2014/main" id="{554404BD-8F2F-278E-C00B-3F1B1DE8CF2C}"/>
              </a:ext>
            </a:extLst>
          </p:cNvPr>
          <p:cNvSpPr>
            <a:spLocks noGrp="1"/>
          </p:cNvSpPr>
          <p:nvPr>
            <p:ph sz="quarter" idx="16"/>
          </p:nvPr>
        </p:nvSpPr>
        <p:spPr>
          <a:xfrm>
            <a:off x="6345238" y="2212975"/>
            <a:ext cx="5321808" cy="38925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a:extLst>
              <a:ext uri="{FF2B5EF4-FFF2-40B4-BE49-F238E27FC236}">
                <a16:creationId xmlns:a16="http://schemas.microsoft.com/office/drawing/2014/main" id="{7D294A4A-89C4-68BF-6701-5C47F940E3D6}"/>
              </a:ext>
            </a:extLst>
          </p:cNvPr>
          <p:cNvSpPr>
            <a:spLocks noGrp="1"/>
          </p:cNvSpPr>
          <p:nvPr>
            <p:ph type="ftr" sz="quarter" idx="11"/>
          </p:nvPr>
        </p:nvSpPr>
        <p:spPr/>
        <p:txBody>
          <a:bodyPr/>
          <a:lstStyle/>
          <a:p>
            <a:r>
              <a:rPr lang="en-US"/>
              <a:t>Sample Footer Text</a:t>
            </a:r>
          </a:p>
        </p:txBody>
      </p:sp>
      <p:sp>
        <p:nvSpPr>
          <p:cNvPr id="7" name="Date Placeholder 6">
            <a:extLst>
              <a:ext uri="{FF2B5EF4-FFF2-40B4-BE49-F238E27FC236}">
                <a16:creationId xmlns:a16="http://schemas.microsoft.com/office/drawing/2014/main" id="{977908BC-F48B-81E4-8D93-7DB9E37161B6}"/>
              </a:ext>
            </a:extLst>
          </p:cNvPr>
          <p:cNvSpPr>
            <a:spLocks noGrp="1"/>
          </p:cNvSpPr>
          <p:nvPr>
            <p:ph type="dt" sz="half" idx="10"/>
          </p:nvPr>
        </p:nvSpPr>
        <p:spPr/>
        <p:txBody>
          <a:bodyPr/>
          <a:lstStyle/>
          <a:p>
            <a:fld id="{6DF15078-AEDD-4B5A-AC6A-C8F87F9646E7}" type="datetime1">
              <a:rPr lang="en-US" smtClean="0"/>
              <a:t>6/9/2026</a:t>
            </a:fld>
            <a:endParaRPr lang="en-US"/>
          </a:p>
        </p:txBody>
      </p:sp>
      <p:sp>
        <p:nvSpPr>
          <p:cNvPr id="9" name="Slide Number Placeholder 8">
            <a:extLst>
              <a:ext uri="{FF2B5EF4-FFF2-40B4-BE49-F238E27FC236}">
                <a16:creationId xmlns:a16="http://schemas.microsoft.com/office/drawing/2014/main" id="{27F93A54-CB38-BEAF-260B-84EDDF3011D2}"/>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11" name="Straight Connector 10">
            <a:extLst>
              <a:ext uri="{FF2B5EF4-FFF2-40B4-BE49-F238E27FC236}">
                <a16:creationId xmlns:a16="http://schemas.microsoft.com/office/drawing/2014/main" id="{A90608C5-C55C-14AC-C8E9-7F0530018CE5}"/>
              </a:ext>
            </a:extLst>
          </p:cNvPr>
          <p:cNvCxnSpPr>
            <a:cxnSpLocks/>
          </p:cNvCxnSpPr>
          <p:nvPr/>
        </p:nvCxnSpPr>
        <p:spPr>
          <a:xfrm>
            <a:off x="530352" y="1357303"/>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15797048"/>
      </p:ext>
    </p:extLst>
  </p:cSld>
  <p:clrMapOvr>
    <a:overrideClrMapping bg1="lt1" tx1="dk1" bg2="lt2" tx2="dk2" accent1="accent1" accent2="accent2" accent3="accent3" accent4="accent4" accent5="accent5" accent6="accent6" hlink="hlink" folHlink="folHlink"/>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Title Only">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53695F-5E74-A380-8592-35FB6FC77542}"/>
              </a:ext>
            </a:extLst>
          </p:cNvPr>
          <p:cNvSpPr>
            <a:spLocks noGrp="1"/>
          </p:cNvSpPr>
          <p:nvPr>
            <p:ph type="title"/>
          </p:nvPr>
        </p:nvSpPr>
        <p:spPr/>
        <p:txBody>
          <a:bodyPr/>
          <a:lstStyle/>
          <a:p>
            <a:r>
              <a:rPr lang="en-US"/>
              <a:t>Click to edit Master title style</a:t>
            </a:r>
          </a:p>
        </p:txBody>
      </p:sp>
      <p:sp>
        <p:nvSpPr>
          <p:cNvPr id="4" name="Footer Placeholder 3">
            <a:extLst>
              <a:ext uri="{FF2B5EF4-FFF2-40B4-BE49-F238E27FC236}">
                <a16:creationId xmlns:a16="http://schemas.microsoft.com/office/drawing/2014/main" id="{09C6149D-58D4-7497-818C-CF30244A29A1}"/>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8E8D2567-C532-BD45-FA85-03DBE3B3C779}"/>
              </a:ext>
            </a:extLst>
          </p:cNvPr>
          <p:cNvSpPr>
            <a:spLocks noGrp="1"/>
          </p:cNvSpPr>
          <p:nvPr>
            <p:ph type="dt" sz="half" idx="10"/>
          </p:nvPr>
        </p:nvSpPr>
        <p:spPr/>
        <p:txBody>
          <a:bodyPr/>
          <a:lstStyle/>
          <a:p>
            <a:fld id="{51B2758D-8EE6-4CC5-A170-BE9501D7BCFF}" type="datetime1">
              <a:rPr lang="en-US" smtClean="0"/>
              <a:t>6/9/2026</a:t>
            </a:fld>
            <a:endParaRPr lang="en-US"/>
          </a:p>
        </p:txBody>
      </p:sp>
      <p:sp>
        <p:nvSpPr>
          <p:cNvPr id="5" name="Slide Number Placeholder 4">
            <a:extLst>
              <a:ext uri="{FF2B5EF4-FFF2-40B4-BE49-F238E27FC236}">
                <a16:creationId xmlns:a16="http://schemas.microsoft.com/office/drawing/2014/main" id="{ABC0E491-56EB-F527-8A63-FBEEE6196FBD}"/>
              </a:ext>
            </a:extLst>
          </p:cNvPr>
          <p:cNvSpPr>
            <a:spLocks noGrp="1"/>
          </p:cNvSpPr>
          <p:nvPr>
            <p:ph type="sldNum" sz="quarter" idx="12"/>
          </p:nvPr>
        </p:nvSpPr>
        <p:spPr/>
        <p:txBody>
          <a:bodyPr/>
          <a:lstStyle/>
          <a:p>
            <a:fld id="{DD84031F-D6BF-4677-B12E-7D8B88BA70F7}" type="slidenum">
              <a:rPr lang="en-US" smtClean="0"/>
              <a:t>‹#›</a:t>
            </a:fld>
            <a:endParaRPr lang="en-US"/>
          </a:p>
        </p:txBody>
      </p:sp>
    </p:spTree>
    <p:extLst>
      <p:ext uri="{BB962C8B-B14F-4D97-AF65-F5344CB8AC3E}">
        <p14:creationId xmlns:p14="http://schemas.microsoft.com/office/powerpoint/2010/main" val="2023514952"/>
      </p:ext>
    </p:extLst>
  </p:cSld>
  <p:clrMapOvr>
    <a:overrideClrMapping bg1="lt1" tx1="dk1" bg2="lt2" tx2="dk2" accent1="accent1" accent2="accent2" accent3="accent3" accent4="accent4" accent5="accent5" accent6="accent6" hlink="hlink" folHlink="folHlink"/>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p:cSld name="Empty">
    <p:bg>
      <p:bgRef idx="1001">
        <a:schemeClr val="bg1"/>
      </p:bgRef>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6FE9D82C-4607-0C9D-F241-D35DBEFEF4B1}"/>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B4DCFCC5-7F8E-F549-57BA-7303E9F17466}"/>
              </a:ext>
            </a:extLst>
          </p:cNvPr>
          <p:cNvSpPr>
            <a:spLocks noGrp="1"/>
          </p:cNvSpPr>
          <p:nvPr>
            <p:ph type="dt" sz="half" idx="10"/>
          </p:nvPr>
        </p:nvSpPr>
        <p:spPr/>
        <p:txBody>
          <a:bodyPr/>
          <a:lstStyle/>
          <a:p>
            <a:fld id="{0FCB484E-FEE6-4572-A5E5-40AFA2254CF8}" type="datetime1">
              <a:rPr lang="en-US" smtClean="0"/>
              <a:t>6/9/2026</a:t>
            </a:fld>
            <a:endParaRPr lang="en-US"/>
          </a:p>
        </p:txBody>
      </p:sp>
      <p:sp>
        <p:nvSpPr>
          <p:cNvPr id="5" name="Slide Number Placeholder 4">
            <a:extLst>
              <a:ext uri="{FF2B5EF4-FFF2-40B4-BE49-F238E27FC236}">
                <a16:creationId xmlns:a16="http://schemas.microsoft.com/office/drawing/2014/main" id="{457BEB6A-C028-DA7D-C516-2F1316F031AB}"/>
              </a:ext>
            </a:extLst>
          </p:cNvPr>
          <p:cNvSpPr>
            <a:spLocks noGrp="1"/>
          </p:cNvSpPr>
          <p:nvPr>
            <p:ph type="sldNum" sz="quarter" idx="12"/>
          </p:nvPr>
        </p:nvSpPr>
        <p:spPr/>
        <p:txBody>
          <a:bodyPr/>
          <a:lstStyle/>
          <a:p>
            <a:fld id="{DD84031F-D6BF-4677-B12E-7D8B88BA70F7}" type="slidenum">
              <a:rPr lang="en-US" smtClean="0"/>
              <a:t>‹#›</a:t>
            </a:fld>
            <a:endParaRPr lang="en-US"/>
          </a:p>
        </p:txBody>
      </p:sp>
    </p:spTree>
    <p:extLst>
      <p:ext uri="{BB962C8B-B14F-4D97-AF65-F5344CB8AC3E}">
        <p14:creationId xmlns:p14="http://schemas.microsoft.com/office/powerpoint/2010/main" val="156654839"/>
      </p:ext>
    </p:extLst>
  </p:cSld>
  <p:clrMapOvr>
    <a:overrideClrMapping bg1="lt1" tx1="dk1" bg2="lt2" tx2="dk2" accent1="accent1" accent2="accent2" accent3="accent3" accent4="accent4" accent5="accent5" accent6="accent6" hlink="hlink" folHlink="folHlink"/>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objTx" preserve="1">
  <p:cSld name="Content with Capt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BEA7-A772-B39C-F049-D8BA2D3F4EF5}"/>
              </a:ext>
            </a:extLst>
          </p:cNvPr>
          <p:cNvSpPr>
            <a:spLocks noGrp="1"/>
          </p:cNvSpPr>
          <p:nvPr>
            <p:ph type="title"/>
          </p:nvPr>
        </p:nvSpPr>
        <p:spPr>
          <a:xfrm>
            <a:off x="449836" y="694943"/>
            <a:ext cx="3915473" cy="1325880"/>
          </a:xfrm>
        </p:spPr>
        <p:txBody>
          <a:bodyPr anchor="t"/>
          <a:lstStyle>
            <a:lvl1pPr>
              <a:defRPr sz="3200"/>
            </a:lvl1pPr>
          </a:lstStyle>
          <a:p>
            <a:r>
              <a:rPr lang="en-US"/>
              <a:t>Click to edit Master title style</a:t>
            </a:r>
          </a:p>
        </p:txBody>
      </p:sp>
      <p:sp>
        <p:nvSpPr>
          <p:cNvPr id="4" name="Text Placeholder 3">
            <a:extLst>
              <a:ext uri="{FF2B5EF4-FFF2-40B4-BE49-F238E27FC236}">
                <a16:creationId xmlns:a16="http://schemas.microsoft.com/office/drawing/2014/main" id="{0D5693C4-36AD-07F9-763E-EE5FC9DFB1AD}"/>
              </a:ext>
            </a:extLst>
          </p:cNvPr>
          <p:cNvSpPr>
            <a:spLocks noGrp="1"/>
          </p:cNvSpPr>
          <p:nvPr>
            <p:ph type="body" sz="half" idx="2"/>
          </p:nvPr>
        </p:nvSpPr>
        <p:spPr>
          <a:xfrm>
            <a:off x="433072" y="2057400"/>
            <a:ext cx="3932237" cy="417690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10FB4614-4148-D757-88D0-D93E5E1EA1A0}"/>
              </a:ext>
            </a:extLst>
          </p:cNvPr>
          <p:cNvSpPr>
            <a:spLocks noGrp="1"/>
          </p:cNvSpPr>
          <p:nvPr>
            <p:ph idx="1"/>
          </p:nvPr>
        </p:nvSpPr>
        <p:spPr>
          <a:xfrm>
            <a:off x="5183188" y="694943"/>
            <a:ext cx="6483096" cy="5539363"/>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71AADC46-B01E-DA2E-F24C-C48F5253DD00}"/>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B71A6063-F591-A804-79FE-A80AD399139E}"/>
              </a:ext>
            </a:extLst>
          </p:cNvPr>
          <p:cNvSpPr>
            <a:spLocks noGrp="1"/>
          </p:cNvSpPr>
          <p:nvPr>
            <p:ph type="dt" sz="half" idx="10"/>
          </p:nvPr>
        </p:nvSpPr>
        <p:spPr/>
        <p:txBody>
          <a:bodyPr/>
          <a:lstStyle/>
          <a:p>
            <a:fld id="{A57FC195-9048-4969-9920-6939BE28AE8D}" type="datetime1">
              <a:rPr lang="en-US" smtClean="0"/>
              <a:t>6/9/2026</a:t>
            </a:fld>
            <a:endParaRPr lang="en-US"/>
          </a:p>
        </p:txBody>
      </p:sp>
      <p:sp>
        <p:nvSpPr>
          <p:cNvPr id="7" name="Slide Number Placeholder 6">
            <a:extLst>
              <a:ext uri="{FF2B5EF4-FFF2-40B4-BE49-F238E27FC236}">
                <a16:creationId xmlns:a16="http://schemas.microsoft.com/office/drawing/2014/main" id="{4BEFF439-6DA2-A61B-C94C-BEDC2411D6CC}"/>
              </a:ext>
            </a:extLst>
          </p:cNvPr>
          <p:cNvSpPr>
            <a:spLocks noGrp="1"/>
          </p:cNvSpPr>
          <p:nvPr>
            <p:ph type="sldNum" sz="quarter" idx="12"/>
          </p:nvPr>
        </p:nvSpPr>
        <p:spPr/>
        <p:txBody>
          <a:bodyPr/>
          <a:lstStyle/>
          <a:p>
            <a:fld id="{DD84031F-D6BF-4677-B12E-7D8B88BA70F7}" type="slidenum">
              <a:rPr lang="en-US" smtClean="0"/>
              <a:t>‹#›</a:t>
            </a:fld>
            <a:endParaRPr lang="en-US"/>
          </a:p>
        </p:txBody>
      </p:sp>
    </p:spTree>
    <p:extLst>
      <p:ext uri="{BB962C8B-B14F-4D97-AF65-F5344CB8AC3E}">
        <p14:creationId xmlns:p14="http://schemas.microsoft.com/office/powerpoint/2010/main" val="404661235"/>
      </p:ext>
    </p:extLst>
  </p:cSld>
  <p:clrMapOvr>
    <a:overrideClrMapping bg1="lt1" tx1="dk1" bg2="lt2" tx2="dk2" accent1="accent1" accent2="accent2" accent3="accent3" accent4="accent4" accent5="accent5" accent6="accent6" hlink="hlink" folHlink="folHlink"/>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8EFA5E-0A3D-E6AD-3C21-DC40BCDEC609}"/>
              </a:ext>
            </a:extLst>
          </p:cNvPr>
          <p:cNvSpPr>
            <a:spLocks noGrp="1"/>
          </p:cNvSpPr>
          <p:nvPr>
            <p:ph type="title"/>
          </p:nvPr>
        </p:nvSpPr>
        <p:spPr>
          <a:xfrm>
            <a:off x="419101" y="694944"/>
            <a:ext cx="3526816" cy="1711825"/>
          </a:xfrm>
        </p:spPr>
        <p:txBody>
          <a:bodyPr anchor="t"/>
          <a:lstStyle>
            <a:lvl1pPr>
              <a:defRPr sz="3200"/>
            </a:lvl1pPr>
          </a:lstStyle>
          <a:p>
            <a:r>
              <a:rPr lang="en-US"/>
              <a:t>Click to edit Master title style</a:t>
            </a:r>
          </a:p>
        </p:txBody>
      </p:sp>
      <p:sp>
        <p:nvSpPr>
          <p:cNvPr id="4" name="Text Placeholder 3">
            <a:extLst>
              <a:ext uri="{FF2B5EF4-FFF2-40B4-BE49-F238E27FC236}">
                <a16:creationId xmlns:a16="http://schemas.microsoft.com/office/drawing/2014/main" id="{7CBA8418-7980-9A18-053B-82E4F16EBD61}"/>
              </a:ext>
            </a:extLst>
          </p:cNvPr>
          <p:cNvSpPr>
            <a:spLocks noGrp="1"/>
          </p:cNvSpPr>
          <p:nvPr>
            <p:ph type="body" sz="half" idx="2"/>
          </p:nvPr>
        </p:nvSpPr>
        <p:spPr>
          <a:xfrm>
            <a:off x="425389" y="2508261"/>
            <a:ext cx="3520528" cy="372794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a:extLst>
              <a:ext uri="{FF2B5EF4-FFF2-40B4-BE49-F238E27FC236}">
                <a16:creationId xmlns:a16="http://schemas.microsoft.com/office/drawing/2014/main" id="{126F9F06-BE63-8EE7-74C5-6D0E3F9B7571}"/>
              </a:ext>
            </a:extLst>
          </p:cNvPr>
          <p:cNvSpPr>
            <a:spLocks noGrp="1"/>
          </p:cNvSpPr>
          <p:nvPr>
            <p:ph type="pic" idx="1" hasCustomPrompt="1"/>
          </p:nvPr>
        </p:nvSpPr>
        <p:spPr>
          <a:xfrm>
            <a:off x="4419600" y="533400"/>
            <a:ext cx="7239000" cy="5791199"/>
          </a:xfrm>
          <a:blipFill>
            <a:blip r:embed="rId2">
              <a:alphaModFix amt="70000"/>
            </a:blip>
            <a:stretch>
              <a:fillRect/>
            </a:stretch>
          </a:blipFill>
          <a:effectLst>
            <a:outerShdw blurRad="203200" dist="12700" dir="7800000" algn="r" rotWithShape="0">
              <a:prstClr val="black">
                <a:alpha val="10000"/>
              </a:prstClr>
            </a:outerShdw>
          </a:effectLst>
        </p:spPr>
        <p:txBody>
          <a:bodyPr vert="horz" lIns="91440" tIns="45720" rIns="91440" bIns="45720" rtlCol="0">
            <a:normAutofit/>
          </a:bodyPr>
          <a:lstStyle>
            <a:lvl1pPr marL="0" indent="0">
              <a:buNone/>
              <a:defRPr lang="en-US"/>
            </a:lvl1pPr>
          </a:lstStyle>
          <a:p>
            <a:pPr lvl="0"/>
            <a:r>
              <a:rPr lang="en-US"/>
              <a:t> </a:t>
            </a:r>
          </a:p>
        </p:txBody>
      </p:sp>
      <p:sp>
        <p:nvSpPr>
          <p:cNvPr id="6" name="Footer Placeholder 5">
            <a:extLst>
              <a:ext uri="{FF2B5EF4-FFF2-40B4-BE49-F238E27FC236}">
                <a16:creationId xmlns:a16="http://schemas.microsoft.com/office/drawing/2014/main" id="{E7F485A3-3BFA-4B57-F6E5-5F41542B7BBD}"/>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600AC9F0-6744-73C8-54FC-5C12BA7BF791}"/>
              </a:ext>
            </a:extLst>
          </p:cNvPr>
          <p:cNvSpPr>
            <a:spLocks noGrp="1"/>
          </p:cNvSpPr>
          <p:nvPr>
            <p:ph type="dt" sz="half" idx="10"/>
          </p:nvPr>
        </p:nvSpPr>
        <p:spPr/>
        <p:txBody>
          <a:bodyPr/>
          <a:lstStyle/>
          <a:p>
            <a:fld id="{8CCE6180-3A1B-4424-AB9F-671C4EBC0A2E}" type="datetime1">
              <a:rPr lang="en-US" smtClean="0"/>
              <a:t>6/9/2026</a:t>
            </a:fld>
            <a:endParaRPr lang="en-US"/>
          </a:p>
        </p:txBody>
      </p:sp>
      <p:sp>
        <p:nvSpPr>
          <p:cNvPr id="7" name="Slide Number Placeholder 6">
            <a:extLst>
              <a:ext uri="{FF2B5EF4-FFF2-40B4-BE49-F238E27FC236}">
                <a16:creationId xmlns:a16="http://schemas.microsoft.com/office/drawing/2014/main" id="{31BAB9F6-C801-466A-4C39-23DCB1CD5489}"/>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9" name="Straight Connector 8">
            <a:extLst>
              <a:ext uri="{FF2B5EF4-FFF2-40B4-BE49-F238E27FC236}">
                <a16:creationId xmlns:a16="http://schemas.microsoft.com/office/drawing/2014/main" id="{924215D5-0C4C-2E49-3A06-C65652576A64}"/>
              </a:ext>
            </a:extLst>
          </p:cNvPr>
          <p:cNvCxnSpPr>
            <a:cxnSpLocks/>
          </p:cNvCxnSpPr>
          <p:nvPr/>
        </p:nvCxnSpPr>
        <p:spPr>
          <a:xfrm>
            <a:off x="533400" y="533400"/>
            <a:ext cx="35037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64935662"/>
      </p:ext>
    </p:extLst>
  </p:cSld>
  <p:clrMapOvr>
    <a:overrideClrMapping bg1="lt1" tx1="dk1" bg2="lt2" tx2="dk2" accent1="accent1" accent2="accent2" accent3="accent3" accent4="accent4" accent5="accent5" accent6="accent6" hlink="hlink" folHlink="folHlink"/>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p:cSld name="Conclus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02336" y="541942"/>
            <a:ext cx="11256264" cy="2225185"/>
          </a:xfrm>
        </p:spPr>
        <p:txBody>
          <a:bodyPr anchor="b">
            <a:normAutofit/>
          </a:bodyPr>
          <a:lstStyle>
            <a:lvl1pPr>
              <a:defRPr sz="7200">
                <a:solidFill>
                  <a:schemeClr val="accent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419099" y="3423301"/>
            <a:ext cx="11239499" cy="2901298"/>
          </a:xfrm>
        </p:spPr>
        <p:txBody>
          <a:bodyPr vert="horz" lIns="91440" tIns="45720" rIns="91440" bIns="45720" rtlCol="0">
            <a:normAutofit/>
          </a:bodyPr>
          <a:lstStyle>
            <a:lvl1pPr marL="0" indent="0">
              <a:buNone/>
              <a:defRPr lang="en-US" dirty="0"/>
            </a:lvl1pPr>
            <a:lvl2pPr marL="457200" indent="0">
              <a:buNone/>
              <a:defRPr lang="en-US" dirty="0"/>
            </a:lvl2pPr>
            <a:lvl3pPr marL="914400" indent="0">
              <a:buNone/>
              <a:defRPr lang="en-US" dirty="0"/>
            </a:lvl3pPr>
            <a:lvl4pPr marL="1371600" indent="0">
              <a:buNone/>
              <a:defRPr lang="en-US" dirty="0"/>
            </a:lvl4pPr>
            <a:lvl5pPr marL="18288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E2C22330-A382-475A-8519-6A39191EC88E}" type="datetime1">
              <a:rPr lang="en-US" smtClean="0"/>
              <a:t>6/9/2026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3" name="Straight Connector 2">
            <a:extLst>
              <a:ext uri="{FF2B5EF4-FFF2-40B4-BE49-F238E27FC236}">
                <a16:creationId xmlns:a16="http://schemas.microsoft.com/office/drawing/2014/main" id="{BFD55B63-1406-DAD2-DBAB-BD87EA2FB540}"/>
              </a:ext>
            </a:extLst>
          </p:cNvPr>
          <p:cNvCxnSpPr>
            <a:cxnSpLocks/>
          </p:cNvCxnSpPr>
          <p:nvPr/>
        </p:nvCxnSpPr>
        <p:spPr>
          <a:xfrm>
            <a:off x="533400" y="2978854"/>
            <a:ext cx="11159163"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12334520"/>
      </p:ext>
    </p:extLst>
  </p:cSld>
  <p:clrMapOvr>
    <a:overrideClrMapping bg1="lt1" tx1="dk1" bg2="lt2" tx2="dk2" accent1="accent1" accent2="accent2" accent3="accent3" accent4="accent4" accent5="accent5" accent6="accent6" hlink="hlink" folHlink="folHlink"/>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p:cSld name="Conclusion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02336" y="1836238"/>
            <a:ext cx="11256264" cy="2512732"/>
          </a:xfrm>
        </p:spPr>
        <p:txBody>
          <a:bodyPr anchor="b">
            <a:normAutofit/>
          </a:bodyPr>
          <a:lstStyle>
            <a:lvl1pPr>
              <a:defRPr sz="7200">
                <a:solidFill>
                  <a:schemeClr val="accent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419099" y="4834052"/>
            <a:ext cx="11239499" cy="1405479"/>
          </a:xfrm>
        </p:spPr>
        <p:txBody>
          <a:bodyPr vert="horz" lIns="91440" tIns="45720" rIns="91440" bIns="45720" rtlCol="0" anchor="t">
            <a:noAutofit/>
          </a:bodyPr>
          <a:lstStyle>
            <a:lvl1pPr marL="0" indent="0">
              <a:buNone/>
              <a:defRPr lang="en-US" sz="2000" dirty="0"/>
            </a:lvl1pPr>
            <a:lvl2pPr marL="457200" indent="0">
              <a:buNone/>
              <a:defRPr lang="en-US" sz="1800" dirty="0"/>
            </a:lvl2pPr>
            <a:lvl3pPr marL="914400" indent="0">
              <a:buNone/>
              <a:defRPr lang="en-US" sz="1600" dirty="0"/>
            </a:lvl3pPr>
            <a:lvl4pPr marL="1371600" indent="0">
              <a:buNone/>
              <a:defRPr lang="en-US" sz="1400" dirty="0"/>
            </a:lvl4pPr>
            <a:lvl5pPr marL="18288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6E20DC0D-99C6-4F09-90C7-C0EC6E2F0A06}" type="datetime1">
              <a:rPr lang="en-US" smtClean="0"/>
              <a:t>6/9/2026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9" name="Straight Connector 8">
            <a:extLst>
              <a:ext uri="{FF2B5EF4-FFF2-40B4-BE49-F238E27FC236}">
                <a16:creationId xmlns:a16="http://schemas.microsoft.com/office/drawing/2014/main" id="{05899B98-11E6-7DB0-F79E-50A541026355}"/>
              </a:ext>
            </a:extLst>
          </p:cNvPr>
          <p:cNvCxnSpPr>
            <a:cxnSpLocks/>
          </p:cNvCxnSpPr>
          <p:nvPr/>
        </p:nvCxnSpPr>
        <p:spPr>
          <a:xfrm>
            <a:off x="533400" y="4531625"/>
            <a:ext cx="11125198"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30104532"/>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58916C8C-4316-E510-1962-E944B3382B43}"/>
              </a:ext>
            </a:extLst>
          </p:cNvPr>
          <p:cNvCxnSpPr>
            <a:cxnSpLocks/>
          </p:cNvCxnSpPr>
          <p:nvPr/>
        </p:nvCxnSpPr>
        <p:spPr>
          <a:xfrm>
            <a:off x="530352" y="533400"/>
            <a:ext cx="1112520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
        <p:nvSpPr>
          <p:cNvPr id="2" name="Title Placeholder 1">
            <a:extLst>
              <a:ext uri="{FF2B5EF4-FFF2-40B4-BE49-F238E27FC236}">
                <a16:creationId xmlns:a16="http://schemas.microsoft.com/office/drawing/2014/main" id="{66478947-1D67-18A4-7E48-5B4B2F97FBE9}"/>
              </a:ext>
            </a:extLst>
          </p:cNvPr>
          <p:cNvSpPr>
            <a:spLocks noGrp="1"/>
          </p:cNvSpPr>
          <p:nvPr>
            <p:ph type="title"/>
          </p:nvPr>
        </p:nvSpPr>
        <p:spPr>
          <a:xfrm>
            <a:off x="414983" y="691868"/>
            <a:ext cx="11243617" cy="901139"/>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a:extLst>
              <a:ext uri="{FF2B5EF4-FFF2-40B4-BE49-F238E27FC236}">
                <a16:creationId xmlns:a16="http://schemas.microsoft.com/office/drawing/2014/main" id="{7DFE08CA-9517-ABC1-E915-31EA6D7B73C7}"/>
              </a:ext>
            </a:extLst>
          </p:cNvPr>
          <p:cNvSpPr>
            <a:spLocks noGrp="1"/>
          </p:cNvSpPr>
          <p:nvPr>
            <p:ph type="body" idx="1"/>
          </p:nvPr>
        </p:nvSpPr>
        <p:spPr>
          <a:xfrm>
            <a:off x="417640" y="1754753"/>
            <a:ext cx="11240960" cy="441137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00E3983D-E783-AAEC-26DB-4B3F6511C702}"/>
              </a:ext>
            </a:extLst>
          </p:cNvPr>
          <p:cNvSpPr>
            <a:spLocks noGrp="1"/>
          </p:cNvSpPr>
          <p:nvPr>
            <p:ph type="ftr" sz="quarter" idx="3"/>
          </p:nvPr>
        </p:nvSpPr>
        <p:spPr>
          <a:xfrm>
            <a:off x="434857" y="6426091"/>
            <a:ext cx="4688732" cy="365125"/>
          </a:xfrm>
          <a:prstGeom prst="rect">
            <a:avLst/>
          </a:prstGeom>
        </p:spPr>
        <p:txBody>
          <a:bodyPr vert="horz" lIns="91440" tIns="45720" rIns="91440" bIns="45720" rtlCol="0" anchor="ctr"/>
          <a:lstStyle>
            <a:lvl1pPr algn="l">
              <a:defRPr sz="900">
                <a:solidFill>
                  <a:schemeClr val="tx1">
                    <a:alpha val="60000"/>
                  </a:schemeClr>
                </a:solidFill>
              </a:defRPr>
            </a:lvl1pPr>
          </a:lstStyle>
          <a:p>
            <a:r>
              <a:rPr lang="en-US"/>
              <a:t>Sample Footer Text</a:t>
            </a:r>
          </a:p>
        </p:txBody>
      </p:sp>
      <p:sp>
        <p:nvSpPr>
          <p:cNvPr id="4" name="Date Placeholder 3">
            <a:extLst>
              <a:ext uri="{FF2B5EF4-FFF2-40B4-BE49-F238E27FC236}">
                <a16:creationId xmlns:a16="http://schemas.microsoft.com/office/drawing/2014/main" id="{70454426-0A97-D20B-FD06-9648AED7773C}"/>
              </a:ext>
            </a:extLst>
          </p:cNvPr>
          <p:cNvSpPr>
            <a:spLocks noGrp="1"/>
          </p:cNvSpPr>
          <p:nvPr>
            <p:ph type="dt" sz="half" idx="2"/>
          </p:nvPr>
        </p:nvSpPr>
        <p:spPr>
          <a:xfrm>
            <a:off x="7846205" y="6426091"/>
            <a:ext cx="3327634" cy="365125"/>
          </a:xfrm>
          <a:prstGeom prst="rect">
            <a:avLst/>
          </a:prstGeom>
        </p:spPr>
        <p:txBody>
          <a:bodyPr vert="horz" lIns="91440" tIns="45720" rIns="91440" bIns="45720" rtlCol="0" anchor="ctr"/>
          <a:lstStyle>
            <a:lvl1pPr algn="r">
              <a:defRPr sz="900">
                <a:solidFill>
                  <a:schemeClr val="tx1">
                    <a:alpha val="60000"/>
                  </a:schemeClr>
                </a:solidFill>
              </a:defRPr>
            </a:lvl1pPr>
          </a:lstStyle>
          <a:p>
            <a:fld id="{ECD290D4-E5CF-428F-801F-3741FA4FB792}" type="datetime1">
              <a:rPr lang="en-US" smtClean="0"/>
              <a:t>6/9/2026</a:t>
            </a:fld>
            <a:endParaRPr lang="en-US"/>
          </a:p>
        </p:txBody>
      </p:sp>
      <p:sp>
        <p:nvSpPr>
          <p:cNvPr id="6" name="Slide Number Placeholder 5">
            <a:extLst>
              <a:ext uri="{FF2B5EF4-FFF2-40B4-BE49-F238E27FC236}">
                <a16:creationId xmlns:a16="http://schemas.microsoft.com/office/drawing/2014/main" id="{7DA13386-8E2A-2962-4804-81558038BA54}"/>
              </a:ext>
            </a:extLst>
          </p:cNvPr>
          <p:cNvSpPr>
            <a:spLocks noGrp="1"/>
          </p:cNvSpPr>
          <p:nvPr>
            <p:ph type="sldNum" sz="quarter" idx="4"/>
          </p:nvPr>
        </p:nvSpPr>
        <p:spPr>
          <a:xfrm>
            <a:off x="11166187" y="6426091"/>
            <a:ext cx="603114" cy="365125"/>
          </a:xfrm>
          <a:prstGeom prst="rect">
            <a:avLst/>
          </a:prstGeom>
        </p:spPr>
        <p:txBody>
          <a:bodyPr vert="horz" lIns="91440" tIns="45720" rIns="91440" bIns="45720" rtlCol="0" anchor="ctr"/>
          <a:lstStyle>
            <a:lvl1pPr algn="r">
              <a:defRPr sz="900">
                <a:solidFill>
                  <a:schemeClr val="tx1">
                    <a:alpha val="60000"/>
                  </a:schemeClr>
                </a:solidFill>
              </a:defRPr>
            </a:lvl1pPr>
          </a:lstStyle>
          <a:p>
            <a:fld id="{DD84031F-D6BF-4677-B12E-7D8B88BA70F7}" type="slidenum">
              <a:rPr lang="en-US" smtClean="0"/>
              <a:t>‹#›</a:t>
            </a:fld>
            <a:endParaRPr lang="en-US"/>
          </a:p>
        </p:txBody>
      </p:sp>
      <p:sp>
        <p:nvSpPr>
          <p:cNvPr id="8" name="TextBox 7">
            <a:extLst>
              <a:ext uri="{FF2B5EF4-FFF2-40B4-BE49-F238E27FC236}">
                <a16:creationId xmlns:a16="http://schemas.microsoft.com/office/drawing/2014/main" id="{CEE4A736-2C78-5F38-AA2D-6389D157EEA9}"/>
              </a:ext>
            </a:extLst>
          </p:cNvPr>
          <p:cNvSpPr txBox="1"/>
          <p:nvPr userDrawn="1">
            <p:extLst>
              <p:ext uri="{1162E1C5-73C7-4A58-AE30-91384D911F3F}">
                <p184:classification xmlns:p184="http://schemas.microsoft.com/office/powerpoint/2018/4/main" val="hdr"/>
              </p:ext>
            </p:extLst>
          </p:nvPr>
        </p:nvSpPr>
        <p:spPr>
          <a:xfrm>
            <a:off x="63500" y="63500"/>
            <a:ext cx="1270000" cy="152400"/>
          </a:xfrm>
          <a:prstGeom prst="rect">
            <a:avLst/>
          </a:prstGeom>
        </p:spPr>
        <p:txBody>
          <a:bodyPr horzOverflow="overflow" lIns="0" tIns="0" rIns="0" bIns="0">
            <a:spAutoFit/>
          </a:bodyPr>
          <a:lstStyle/>
          <a:p>
            <a:pPr algn="l"/>
            <a:r>
              <a:rPr lang="en-US" sz="1000">
                <a:solidFill>
                  <a:srgbClr val="008000">
                    <a:alpha val="50000"/>
                  </a:srgbClr>
                </a:solidFill>
                <a:latin typeface="Aptos" panose="020B0004020202020204" pitchFamily="34" charset="0"/>
              </a:rPr>
              <a:t>Classification: Internal</a:t>
            </a:r>
          </a:p>
        </p:txBody>
      </p:sp>
    </p:spTree>
    <p:extLst>
      <p:ext uri="{BB962C8B-B14F-4D97-AF65-F5344CB8AC3E}">
        <p14:creationId xmlns:p14="http://schemas.microsoft.com/office/powerpoint/2010/main" val="24545838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Lst>
  <p:hf sldNum="0" hdr="0" ftr="0" dt="0"/>
  <p:txStyles>
    <p:titleStyle>
      <a:lvl1pPr algn="l" defTabSz="914400" rtl="0" eaLnBrk="1" latinLnBrk="0" hangingPunct="1">
        <a:lnSpc>
          <a:spcPct val="90000"/>
        </a:lnSpc>
        <a:spcBef>
          <a:spcPct val="0"/>
        </a:spcBef>
        <a:buNone/>
        <a:defRPr sz="32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984">
          <p15:clr>
            <a:srgbClr val="F26B43"/>
          </p15:clr>
        </p15:guide>
        <p15:guide id="2" pos="4128">
          <p15:clr>
            <a:srgbClr val="F26B43"/>
          </p15:clr>
        </p15:guide>
        <p15:guide id="3" pos="3456">
          <p15:clr>
            <a:srgbClr val="F26B43"/>
          </p15:clr>
        </p15:guide>
        <p15:guide id="4" pos="2784">
          <p15:clr>
            <a:srgbClr val="F26B43"/>
          </p15:clr>
        </p15:guide>
        <p15:guide id="5" pos="336">
          <p15:clr>
            <a:srgbClr val="F26B43"/>
          </p15:clr>
        </p15:guide>
        <p15:guide id="6" pos="7344">
          <p15:clr>
            <a:srgbClr val="F26B43"/>
          </p15:clr>
        </p15:guide>
        <p15:guide id="7" orient="horz" pos="336">
          <p15:clr>
            <a:srgbClr val="F26B43"/>
          </p15:clr>
        </p15:guide>
        <p15:guide id="8" pos="264">
          <p15:clr>
            <a:srgbClr val="F26B43"/>
          </p15:clr>
        </p15:guide>
        <p15:guide id="9" pos="4800">
          <p15:clr>
            <a:srgbClr val="F26B43"/>
          </p15:clr>
        </p15:guide>
        <p15:guide id="10" pos="2112">
          <p15:clr>
            <a:srgbClr val="F26B43"/>
          </p15:clr>
        </p15:guide>
        <p15:guide id="11" pos="5472">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xml"/><Relationship Id="rId1" Type="http://schemas.openxmlformats.org/officeDocument/2006/relationships/slideLayout" Target="../slideLayouts/slideLayout26.xml"/></Relationships>
</file>

<file path=ppt/slides/_rels/slide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3.xml"/><Relationship Id="rId1" Type="http://schemas.openxmlformats.org/officeDocument/2006/relationships/slideLayout" Target="../slideLayouts/slideLayout2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5.xml"/><Relationship Id="rId1" Type="http://schemas.openxmlformats.org/officeDocument/2006/relationships/slideLayout" Target="../slideLayouts/slideLayout26.xml"/></Relationships>
</file>

<file path=ppt/slides/_rels/slide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6.xml"/><Relationship Id="rId1" Type="http://schemas.openxmlformats.org/officeDocument/2006/relationships/slideLayout" Target="../slideLayouts/slideLayout2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8.xml"/><Relationship Id="rId1" Type="http://schemas.openxmlformats.org/officeDocument/2006/relationships/slideLayout" Target="../slideLayouts/slideLayout26.xml"/></Relationships>
</file>

<file path=ppt/slides/_rels/slide9.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9.xml"/><Relationship Id="rId1" Type="http://schemas.openxmlformats.org/officeDocument/2006/relationships/slideLayout" Target="../slideLayouts/slideLayout2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1.xml"/><Relationship Id="rId1" Type="http://schemas.openxmlformats.org/officeDocument/2006/relationships/slideLayout" Target="../slideLayouts/slideLayout2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3.xml"/><Relationship Id="rId1" Type="http://schemas.openxmlformats.org/officeDocument/2006/relationships/slideLayout" Target="../slideLayouts/slideLayout2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5.xml"/><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22A4EA-DA60-7D90-8F68-C561AB1D5FB4}"/>
              </a:ext>
            </a:extLst>
          </p:cNvPr>
          <p:cNvSpPr>
            <a:spLocks noGrp="1"/>
          </p:cNvSpPr>
          <p:nvPr>
            <p:ph type="title"/>
          </p:nvPr>
        </p:nvSpPr>
        <p:spPr>
          <a:xfrm>
            <a:off x="426997" y="3018408"/>
            <a:ext cx="8961120" cy="3247475"/>
          </a:xfrm>
        </p:spPr>
        <p:txBody>
          <a:bodyPr anchor="b">
            <a:normAutofit/>
          </a:bodyPr>
          <a:lstStyle/>
          <a:p>
            <a:r>
              <a:rPr lang="en-US"/>
              <a:t>Voguish - Home Decor &amp; Handicraft Brand Overview</a:t>
            </a:r>
          </a:p>
        </p:txBody>
      </p:sp>
    </p:spTree>
    <p:extLst>
      <p:ext uri="{BB962C8B-B14F-4D97-AF65-F5344CB8AC3E}">
        <p14:creationId xmlns:p14="http://schemas.microsoft.com/office/powerpoint/2010/main" val="140158238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3AD203-E4AB-9D1F-3CC1-5E0925358378}"/>
              </a:ext>
            </a:extLst>
          </p:cNvPr>
          <p:cNvSpPr>
            <a:spLocks noGrp="1"/>
          </p:cNvSpPr>
          <p:nvPr>
            <p:ph type="title"/>
          </p:nvPr>
        </p:nvSpPr>
        <p:spPr>
          <a:xfrm>
            <a:off x="4848555" y="512011"/>
            <a:ext cx="6792069" cy="1259920"/>
          </a:xfrm>
        </p:spPr>
        <p:txBody>
          <a:bodyPr anchor="b">
            <a:normAutofit/>
          </a:bodyPr>
          <a:lstStyle/>
          <a:p>
            <a:r>
              <a:rPr lang="en-US"/>
              <a:t>Introduction to Voguish</a:t>
            </a:r>
          </a:p>
        </p:txBody>
      </p:sp>
      <p:pic>
        <p:nvPicPr>
          <p:cNvPr id="5" name="Content Placeholder 4" descr="Decorative Christmas Candles">
            <a:extLst>
              <a:ext uri="{FF2B5EF4-FFF2-40B4-BE49-F238E27FC236}">
                <a16:creationId xmlns:a16="http://schemas.microsoft.com/office/drawing/2014/main" id="{13445C6C-7FDA-4920-904F-531794567A22}"/>
              </a:ext>
            </a:extLst>
          </p:cNvPr>
          <p:cNvPicPr>
            <a:picLocks noGrp="1" noChangeAspect="1"/>
          </p:cNvPicPr>
          <p:nvPr>
            <p:ph type="pic" sz="quarter" idx="13"/>
          </p:nvPr>
        </p:nvPicPr>
        <p:blipFill>
          <a:blip r:embed="rId3"/>
          <a:srcRect l="1019" r="54189" b="1"/>
          <a:stretch>
            <a:fillRect/>
          </a:stretch>
        </p:blipFill>
        <p:spPr>
          <a:xfrm>
            <a:off x="533400" y="533399"/>
            <a:ext cx="3886200" cy="5791201"/>
          </a:xfrm>
        </p:spPr>
      </p:pic>
      <p:sp>
        <p:nvSpPr>
          <p:cNvPr id="4" name="Content Placeholder 3">
            <a:extLst>
              <a:ext uri="{FF2B5EF4-FFF2-40B4-BE49-F238E27FC236}">
                <a16:creationId xmlns:a16="http://schemas.microsoft.com/office/drawing/2014/main" id="{912465B7-CBA3-8867-9A88-5EC19E0DE668}"/>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848555" y="2148840"/>
            <a:ext cx="6792069" cy="4162372"/>
          </a:xfrm>
        </p:spPr>
        <p:txBody>
          <a:bodyPr>
            <a:normAutofit/>
          </a:bodyPr>
          <a:lstStyle/>
          <a:p>
            <a:pPr marL="0" indent="0">
              <a:lnSpc>
                <a:spcPct val="110000"/>
              </a:lnSpc>
              <a:spcBef>
                <a:spcPts val="2500"/>
              </a:spcBef>
              <a:buFont typeface="Arial" panose="020B0604020202020204" pitchFamily="34" charset="0"/>
              <a:buNone/>
            </a:pPr>
            <a:r>
              <a:rPr lang="en-US" b="1"/>
              <a:t>Premium Handcrafted Decor</a:t>
            </a:r>
          </a:p>
          <a:p>
            <a:pPr marL="0" lvl="1" indent="0">
              <a:lnSpc>
                <a:spcPct val="110000"/>
              </a:lnSpc>
              <a:buFont typeface="Arial" panose="020B0604020202020204" pitchFamily="34" charset="0"/>
              <a:buNone/>
            </a:pPr>
            <a:r>
              <a:rPr lang="en-US"/>
              <a:t>Voguish delivers handcrafted home decor combining traditional techniques with modern design aesthetics.</a:t>
            </a:r>
          </a:p>
          <a:p>
            <a:pPr marL="0" indent="0">
              <a:lnSpc>
                <a:spcPct val="110000"/>
              </a:lnSpc>
              <a:spcBef>
                <a:spcPts val="2500"/>
              </a:spcBef>
              <a:buFont typeface="Arial" panose="020B0604020202020204" pitchFamily="34" charset="0"/>
              <a:buNone/>
            </a:pPr>
            <a:r>
              <a:rPr lang="en-US" b="1"/>
              <a:t>Quality and Uniqueness</a:t>
            </a:r>
          </a:p>
          <a:p>
            <a:pPr marL="0" lvl="1" indent="0">
              <a:lnSpc>
                <a:spcPct val="110000"/>
              </a:lnSpc>
              <a:buFont typeface="Arial" panose="020B0604020202020204" pitchFamily="34" charset="0"/>
              <a:buNone/>
            </a:pPr>
            <a:r>
              <a:rPr lang="en-US"/>
              <a:t>The brand emphasizes quality, uniqueness, and meticulous attention to detail in every product.</a:t>
            </a:r>
          </a:p>
          <a:p>
            <a:pPr marL="0" indent="0">
              <a:lnSpc>
                <a:spcPct val="110000"/>
              </a:lnSpc>
              <a:spcBef>
                <a:spcPts val="2500"/>
              </a:spcBef>
              <a:buFont typeface="Arial" panose="020B0604020202020204" pitchFamily="34" charset="0"/>
              <a:buNone/>
            </a:pPr>
            <a:r>
              <a:rPr lang="en-US" b="1"/>
              <a:t>Support for Artisans</a:t>
            </a:r>
          </a:p>
          <a:p>
            <a:pPr marL="0" lvl="1" indent="0">
              <a:lnSpc>
                <a:spcPct val="110000"/>
              </a:lnSpc>
              <a:buFont typeface="Arial" panose="020B0604020202020204" pitchFamily="34" charset="0"/>
              <a:buNone/>
            </a:pPr>
            <a:r>
              <a:rPr lang="en-US"/>
              <a:t>Voguish supports skilled creators and preserves traditional art forms through its curated collections.</a:t>
            </a:r>
          </a:p>
          <a:p>
            <a:pPr marL="0" indent="0">
              <a:lnSpc>
                <a:spcPct val="110000"/>
              </a:lnSpc>
              <a:spcBef>
                <a:spcPts val="2500"/>
              </a:spcBef>
              <a:buFont typeface="Arial" panose="020B0604020202020204" pitchFamily="34" charset="0"/>
              <a:buNone/>
            </a:pPr>
            <a:r>
              <a:rPr lang="en-US" b="1"/>
              <a:t>Personalized and Curated Designs</a:t>
            </a:r>
          </a:p>
          <a:p>
            <a:pPr marL="0" lvl="1" indent="0">
              <a:lnSpc>
                <a:spcPct val="110000"/>
              </a:lnSpc>
              <a:buFont typeface="Arial" panose="020B0604020202020204" pitchFamily="34" charset="0"/>
              <a:buNone/>
            </a:pPr>
            <a:r>
              <a:rPr lang="en-US"/>
              <a:t>The brand offers personalized designs and curated collections reflecting individual style and taste.</a:t>
            </a:r>
          </a:p>
        </p:txBody>
      </p:sp>
    </p:spTree>
    <p:extLst>
      <p:ext uri="{BB962C8B-B14F-4D97-AF65-F5344CB8AC3E}">
        <p14:creationId xmlns:p14="http://schemas.microsoft.com/office/powerpoint/2010/main" val="54179433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86CD42-8CC8-AE25-064F-D496360DC080}"/>
              </a:ext>
            </a:extLst>
          </p:cNvPr>
          <p:cNvSpPr>
            <a:spLocks noGrp="1"/>
          </p:cNvSpPr>
          <p:nvPr>
            <p:ph type="title"/>
          </p:nvPr>
        </p:nvSpPr>
        <p:spPr>
          <a:xfrm>
            <a:off x="8029814" y="512011"/>
            <a:ext cx="3628786" cy="1259920"/>
          </a:xfrm>
        </p:spPr>
        <p:txBody>
          <a:bodyPr anchor="b">
            <a:normAutofit/>
          </a:bodyPr>
          <a:lstStyle/>
          <a:p>
            <a:r>
              <a:rPr lang="en-US"/>
              <a:t>About Us</a:t>
            </a:r>
          </a:p>
        </p:txBody>
      </p:sp>
      <p:pic>
        <p:nvPicPr>
          <p:cNvPr id="5" name="Content Placeholder 4" descr="Navajo Wedding Baskets">
            <a:extLst>
              <a:ext uri="{FF2B5EF4-FFF2-40B4-BE49-F238E27FC236}">
                <a16:creationId xmlns:a16="http://schemas.microsoft.com/office/drawing/2014/main" id="{1ED8A826-DFBC-4B1C-965E-89ADCBB10F97}"/>
              </a:ext>
            </a:extLst>
          </p:cNvPr>
          <p:cNvPicPr>
            <a:picLocks noGrp="1" noChangeAspect="1"/>
          </p:cNvPicPr>
          <p:nvPr>
            <p:ph type="pic" sz="quarter" idx="13"/>
          </p:nvPr>
        </p:nvPicPr>
        <p:blipFill>
          <a:blip r:embed="rId3"/>
          <a:srcRect l="7268" r="11052" b="1"/>
          <a:stretch>
            <a:fillRect/>
          </a:stretch>
        </p:blipFill>
        <p:spPr>
          <a:xfrm>
            <a:off x="533400" y="533399"/>
            <a:ext cx="7086600" cy="5791199"/>
          </a:xfrm>
        </p:spPr>
      </p:pic>
      <p:sp>
        <p:nvSpPr>
          <p:cNvPr id="4" name="Content Placeholder 3">
            <a:extLst>
              <a:ext uri="{FF2B5EF4-FFF2-40B4-BE49-F238E27FC236}">
                <a16:creationId xmlns:a16="http://schemas.microsoft.com/office/drawing/2014/main" id="{57E1A6B3-3B28-50C0-CA0B-30B1F689722F}"/>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8043065" y="2170611"/>
            <a:ext cx="3628786" cy="4162372"/>
          </a:xfrm>
        </p:spPr>
        <p:txBody>
          <a:bodyPr>
            <a:normAutofit/>
          </a:bodyPr>
          <a:lstStyle/>
          <a:p>
            <a:pPr marL="0" indent="0">
              <a:spcBef>
                <a:spcPts val="2500"/>
              </a:spcBef>
              <a:buFont typeface="Arial" panose="020B0604020202020204" pitchFamily="34" charset="0"/>
              <a:buNone/>
            </a:pPr>
            <a:r>
              <a:rPr lang="en-US" b="1"/>
              <a:t>Creative Handcrafted Products</a:t>
            </a:r>
          </a:p>
          <a:p>
            <a:pPr marL="0" lvl="1" indent="0">
              <a:buFont typeface="Arial" panose="020B0604020202020204" pitchFamily="34" charset="0"/>
              <a:buNone/>
            </a:pPr>
            <a:r>
              <a:rPr lang="en-US"/>
              <a:t>Voguish offers unique handcrafted decor that blends creativity, innovation, and cultural richness.</a:t>
            </a:r>
          </a:p>
          <a:p>
            <a:pPr marL="0" indent="0">
              <a:spcBef>
                <a:spcPts val="2500"/>
              </a:spcBef>
              <a:buFont typeface="Arial" panose="020B0604020202020204" pitchFamily="34" charset="0"/>
              <a:buNone/>
            </a:pPr>
            <a:r>
              <a:rPr lang="en-US" b="1"/>
              <a:t>Customer Satisfaction Focus</a:t>
            </a:r>
          </a:p>
          <a:p>
            <a:pPr marL="0" lvl="1" indent="0">
              <a:buFont typeface="Arial" panose="020B0604020202020204" pitchFamily="34" charset="0"/>
              <a:buNone/>
            </a:pPr>
            <a:r>
              <a:rPr lang="en-US"/>
              <a:t>The company adapts to market trends and customer preferences to ensure satisfaction and meaningful products.</a:t>
            </a:r>
          </a:p>
          <a:p>
            <a:pPr marL="0" indent="0">
              <a:spcBef>
                <a:spcPts val="2500"/>
              </a:spcBef>
              <a:buFont typeface="Arial" panose="020B0604020202020204" pitchFamily="34" charset="0"/>
              <a:buNone/>
            </a:pPr>
            <a:r>
              <a:rPr lang="en-US" b="1"/>
              <a:t>Sustainable and Ethical Practices</a:t>
            </a:r>
          </a:p>
          <a:p>
            <a:pPr marL="0" lvl="1" indent="0">
              <a:buFont typeface="Arial" panose="020B0604020202020204" pitchFamily="34" charset="0"/>
              <a:buNone/>
            </a:pPr>
            <a:r>
              <a:rPr lang="en-US"/>
              <a:t>Voguish incorporates eco-friendly materials and ethical production to promote sustainability and trust.</a:t>
            </a:r>
          </a:p>
        </p:txBody>
      </p:sp>
    </p:spTree>
    <p:extLst>
      <p:ext uri="{BB962C8B-B14F-4D97-AF65-F5344CB8AC3E}">
        <p14:creationId xmlns:p14="http://schemas.microsoft.com/office/powerpoint/2010/main" val="236126822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66050D-9958-9A7F-DAFB-A1A47DB8EE41}"/>
              </a:ext>
            </a:extLst>
          </p:cNvPr>
          <p:cNvSpPr>
            <a:spLocks noGrp="1"/>
          </p:cNvSpPr>
          <p:nvPr>
            <p:ph type="title"/>
          </p:nvPr>
        </p:nvSpPr>
        <p:spPr>
          <a:xfrm>
            <a:off x="426997" y="3018408"/>
            <a:ext cx="8961120" cy="3247475"/>
          </a:xfrm>
        </p:spPr>
        <p:txBody>
          <a:bodyPr anchor="b">
            <a:normAutofit/>
          </a:bodyPr>
          <a:lstStyle/>
          <a:p>
            <a:r>
              <a:rPr lang="en-US"/>
              <a:t>Products and Services</a:t>
            </a:r>
          </a:p>
        </p:txBody>
      </p:sp>
    </p:spTree>
    <p:extLst>
      <p:ext uri="{BB962C8B-B14F-4D97-AF65-F5344CB8AC3E}">
        <p14:creationId xmlns:p14="http://schemas.microsoft.com/office/powerpoint/2010/main" val="340155002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AC9365-BB10-8AE5-27E2-AC8B1450A6E1}"/>
              </a:ext>
            </a:extLst>
          </p:cNvPr>
          <p:cNvSpPr>
            <a:spLocks noGrp="1"/>
          </p:cNvSpPr>
          <p:nvPr>
            <p:ph type="title"/>
          </p:nvPr>
        </p:nvSpPr>
        <p:spPr>
          <a:xfrm>
            <a:off x="4848555" y="512011"/>
            <a:ext cx="6792069" cy="1259920"/>
          </a:xfrm>
        </p:spPr>
        <p:txBody>
          <a:bodyPr anchor="b">
            <a:normAutofit/>
          </a:bodyPr>
          <a:lstStyle/>
          <a:p>
            <a:r>
              <a:rPr lang="en-US"/>
              <a:t>Our Products</a:t>
            </a:r>
          </a:p>
        </p:txBody>
      </p:sp>
      <p:pic>
        <p:nvPicPr>
          <p:cNvPr id="5" name="Content Placeholder 4" descr="&quot;Decorated plates in a handicraft shop, Ubud, Bali (Indonesia)&quot;">
            <a:extLst>
              <a:ext uri="{FF2B5EF4-FFF2-40B4-BE49-F238E27FC236}">
                <a16:creationId xmlns:a16="http://schemas.microsoft.com/office/drawing/2014/main" id="{AE2DC8FA-FC10-42EA-87FB-63D44A6B819B}"/>
              </a:ext>
            </a:extLst>
          </p:cNvPr>
          <p:cNvPicPr>
            <a:picLocks noGrp="1" noChangeAspect="1"/>
          </p:cNvPicPr>
          <p:nvPr>
            <p:ph type="pic" sz="quarter" idx="13"/>
          </p:nvPr>
        </p:nvPicPr>
        <p:blipFill>
          <a:blip r:embed="rId3"/>
          <a:srcRect l="32416" r="22120" b="1"/>
          <a:stretch>
            <a:fillRect/>
          </a:stretch>
        </p:blipFill>
        <p:spPr>
          <a:xfrm>
            <a:off x="533400" y="533399"/>
            <a:ext cx="3886200" cy="5791201"/>
          </a:xfrm>
        </p:spPr>
      </p:pic>
      <p:sp>
        <p:nvSpPr>
          <p:cNvPr id="4" name="Content Placeholder 3">
            <a:extLst>
              <a:ext uri="{FF2B5EF4-FFF2-40B4-BE49-F238E27FC236}">
                <a16:creationId xmlns:a16="http://schemas.microsoft.com/office/drawing/2014/main" id="{DE3A0F7E-80FE-B805-3D26-37606C3545F7}"/>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848555" y="2148840"/>
            <a:ext cx="6792069" cy="4162372"/>
          </a:xfrm>
        </p:spPr>
        <p:txBody>
          <a:bodyPr>
            <a:normAutofit/>
          </a:bodyPr>
          <a:lstStyle/>
          <a:p>
            <a:pPr marL="0" indent="0">
              <a:lnSpc>
                <a:spcPct val="110000"/>
              </a:lnSpc>
              <a:spcBef>
                <a:spcPts val="2500"/>
              </a:spcBef>
              <a:buFont typeface="Arial" panose="020B0604020202020204" pitchFamily="34" charset="0"/>
              <a:buNone/>
            </a:pPr>
            <a:r>
              <a:rPr lang="en-US" b="1"/>
              <a:t>Diverse Product Range</a:t>
            </a:r>
          </a:p>
          <a:p>
            <a:pPr marL="0" lvl="1" indent="0">
              <a:lnSpc>
                <a:spcPct val="110000"/>
              </a:lnSpc>
              <a:buFont typeface="Arial" panose="020B0604020202020204" pitchFamily="34" charset="0"/>
              <a:buNone/>
            </a:pPr>
            <a:r>
              <a:rPr lang="en-US"/>
              <a:t>Voguish offers handcrafted decorative showpieces, wall art, home accessories, and elegant gift hampers.</a:t>
            </a:r>
          </a:p>
          <a:p>
            <a:pPr marL="0" indent="0">
              <a:lnSpc>
                <a:spcPct val="110000"/>
              </a:lnSpc>
              <a:spcBef>
                <a:spcPts val="2500"/>
              </a:spcBef>
              <a:buFont typeface="Arial" panose="020B0604020202020204" pitchFamily="34" charset="0"/>
              <a:buNone/>
            </a:pPr>
            <a:r>
              <a:rPr lang="en-US" b="1"/>
              <a:t>Blend of Aesthetics and Functionality</a:t>
            </a:r>
          </a:p>
          <a:p>
            <a:pPr marL="0" lvl="1" indent="0">
              <a:lnSpc>
                <a:spcPct val="110000"/>
              </a:lnSpc>
              <a:buFont typeface="Arial" panose="020B0604020202020204" pitchFamily="34" charset="0"/>
              <a:buNone/>
            </a:pPr>
            <a:r>
              <a:rPr lang="en-US"/>
              <a:t>Products are crafted to combine beauty and functionality, suitable for personal use and gifting.</a:t>
            </a:r>
          </a:p>
          <a:p>
            <a:pPr marL="0" indent="0">
              <a:lnSpc>
                <a:spcPct val="110000"/>
              </a:lnSpc>
              <a:spcBef>
                <a:spcPts val="2500"/>
              </a:spcBef>
              <a:buFont typeface="Arial" panose="020B0604020202020204" pitchFamily="34" charset="0"/>
              <a:buNone/>
            </a:pPr>
            <a:r>
              <a:rPr lang="en-US" b="1"/>
              <a:t>Originality and Design</a:t>
            </a:r>
          </a:p>
          <a:p>
            <a:pPr marL="0" lvl="1" indent="0">
              <a:lnSpc>
                <a:spcPct val="110000"/>
              </a:lnSpc>
              <a:buFont typeface="Arial" panose="020B0604020202020204" pitchFamily="34" charset="0"/>
              <a:buNone/>
            </a:pPr>
            <a:r>
              <a:rPr lang="en-US"/>
              <a:t>Each item has a distinct design and artistic appeal, reflecting originality and craftsmanship.</a:t>
            </a:r>
          </a:p>
          <a:p>
            <a:pPr marL="0" indent="0">
              <a:lnSpc>
                <a:spcPct val="110000"/>
              </a:lnSpc>
              <a:spcBef>
                <a:spcPts val="2500"/>
              </a:spcBef>
              <a:buFont typeface="Arial" panose="020B0604020202020204" pitchFamily="34" charset="0"/>
              <a:buNone/>
            </a:pPr>
            <a:r>
              <a:rPr lang="en-US" b="1"/>
              <a:t>Modern Trends with Tradition</a:t>
            </a:r>
          </a:p>
          <a:p>
            <a:pPr marL="0" lvl="1" indent="0">
              <a:lnSpc>
                <a:spcPct val="110000"/>
              </a:lnSpc>
              <a:buFont typeface="Arial" panose="020B0604020202020204" pitchFamily="34" charset="0"/>
              <a:buNone/>
            </a:pPr>
            <a:r>
              <a:rPr lang="en-US"/>
              <a:t>Collections are updated regularly to align with modern trends while maintaining traditional craftsmanship.</a:t>
            </a:r>
          </a:p>
        </p:txBody>
      </p:sp>
    </p:spTree>
    <p:extLst>
      <p:ext uri="{BB962C8B-B14F-4D97-AF65-F5344CB8AC3E}">
        <p14:creationId xmlns:p14="http://schemas.microsoft.com/office/powerpoint/2010/main" val="399098504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C96882-5419-B2F7-53C3-CCB58A6BFA19}"/>
              </a:ext>
            </a:extLst>
          </p:cNvPr>
          <p:cNvSpPr>
            <a:spLocks noGrp="1"/>
          </p:cNvSpPr>
          <p:nvPr>
            <p:ph type="title"/>
          </p:nvPr>
        </p:nvSpPr>
        <p:spPr>
          <a:xfrm>
            <a:off x="4848555" y="512011"/>
            <a:ext cx="6792069" cy="1259920"/>
          </a:xfrm>
        </p:spPr>
        <p:txBody>
          <a:bodyPr anchor="b">
            <a:normAutofit/>
          </a:bodyPr>
          <a:lstStyle/>
          <a:p>
            <a:r>
              <a:rPr lang="en-US"/>
              <a:t>Corporate Gifting Services</a:t>
            </a:r>
          </a:p>
        </p:txBody>
      </p:sp>
      <p:pic>
        <p:nvPicPr>
          <p:cNvPr id="5" name="Content Placeholder 4" descr="Fashionable shirts and ties">
            <a:extLst>
              <a:ext uri="{FF2B5EF4-FFF2-40B4-BE49-F238E27FC236}">
                <a16:creationId xmlns:a16="http://schemas.microsoft.com/office/drawing/2014/main" id="{C3F06B30-A459-4F80-A76D-0EFF76C0C592}"/>
              </a:ext>
            </a:extLst>
          </p:cNvPr>
          <p:cNvPicPr>
            <a:picLocks noGrp="1" noChangeAspect="1"/>
          </p:cNvPicPr>
          <p:nvPr>
            <p:ph type="pic" sz="quarter" idx="13"/>
          </p:nvPr>
        </p:nvPicPr>
        <p:blipFill>
          <a:blip r:embed="rId3"/>
          <a:srcRect l="18217" r="14677"/>
          <a:stretch>
            <a:fillRect/>
          </a:stretch>
        </p:blipFill>
        <p:spPr>
          <a:xfrm>
            <a:off x="533400" y="533399"/>
            <a:ext cx="3886200" cy="5791201"/>
          </a:xfrm>
        </p:spPr>
      </p:pic>
      <p:sp>
        <p:nvSpPr>
          <p:cNvPr id="4" name="Content Placeholder 3">
            <a:extLst>
              <a:ext uri="{FF2B5EF4-FFF2-40B4-BE49-F238E27FC236}">
                <a16:creationId xmlns:a16="http://schemas.microsoft.com/office/drawing/2014/main" id="{25E20F36-C88E-5A12-03CC-44A2B186793B}"/>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848555" y="2148840"/>
            <a:ext cx="6792069" cy="4162372"/>
          </a:xfrm>
        </p:spPr>
        <p:txBody>
          <a:bodyPr>
            <a:normAutofit/>
          </a:bodyPr>
          <a:lstStyle/>
          <a:p>
            <a:pPr marL="0" indent="0">
              <a:lnSpc>
                <a:spcPct val="110000"/>
              </a:lnSpc>
              <a:spcBef>
                <a:spcPts val="2500"/>
              </a:spcBef>
              <a:buFont typeface="Arial" panose="020B0604020202020204" pitchFamily="34" charset="0"/>
              <a:buNone/>
            </a:pPr>
            <a:r>
              <a:rPr lang="en-US" b="1"/>
              <a:t>Customized Corporate Gifts</a:t>
            </a:r>
          </a:p>
          <a:p>
            <a:pPr marL="0" lvl="1" indent="0">
              <a:lnSpc>
                <a:spcPct val="110000"/>
              </a:lnSpc>
              <a:buFont typeface="Arial" panose="020B0604020202020204" pitchFamily="34" charset="0"/>
              <a:buNone/>
            </a:pPr>
            <a:r>
              <a:rPr lang="en-US"/>
              <a:t>Voguish provides customized gift products tailored to reflect a brand’s identity for various corporate occasions.</a:t>
            </a:r>
          </a:p>
          <a:p>
            <a:pPr marL="0" indent="0">
              <a:lnSpc>
                <a:spcPct val="110000"/>
              </a:lnSpc>
              <a:spcBef>
                <a:spcPts val="2500"/>
              </a:spcBef>
              <a:buFont typeface="Arial" panose="020B0604020202020204" pitchFamily="34" charset="0"/>
              <a:buNone/>
            </a:pPr>
            <a:r>
              <a:rPr lang="en-US" b="1"/>
              <a:t>Premium Quality and Craftsmanship</a:t>
            </a:r>
          </a:p>
          <a:p>
            <a:pPr marL="0" lvl="1" indent="0">
              <a:lnSpc>
                <a:spcPct val="110000"/>
              </a:lnSpc>
              <a:buFont typeface="Arial" panose="020B0604020202020204" pitchFamily="34" charset="0"/>
              <a:buNone/>
            </a:pPr>
            <a:r>
              <a:rPr lang="en-US"/>
              <a:t>All gifts are crafted with premium materials to ensure high quality and create lasting impressions.</a:t>
            </a:r>
          </a:p>
          <a:p>
            <a:pPr marL="0" indent="0">
              <a:lnSpc>
                <a:spcPct val="110000"/>
              </a:lnSpc>
              <a:spcBef>
                <a:spcPts val="2500"/>
              </a:spcBef>
              <a:buFont typeface="Arial" panose="020B0604020202020204" pitchFamily="34" charset="0"/>
              <a:buNone/>
            </a:pPr>
            <a:r>
              <a:rPr lang="en-US" b="1"/>
              <a:t>Bulk Orders and Timely Delivery</a:t>
            </a:r>
          </a:p>
          <a:p>
            <a:pPr marL="0" lvl="1" indent="0">
              <a:lnSpc>
                <a:spcPct val="110000"/>
              </a:lnSpc>
              <a:buFont typeface="Arial" panose="020B0604020202020204" pitchFamily="34" charset="0"/>
              <a:buNone/>
            </a:pPr>
            <a:r>
              <a:rPr lang="en-US"/>
              <a:t>The company offers bulk order options with consistent quality and reliable, timely delivery services.</a:t>
            </a:r>
          </a:p>
          <a:p>
            <a:pPr marL="0" indent="0">
              <a:lnSpc>
                <a:spcPct val="110000"/>
              </a:lnSpc>
              <a:spcBef>
                <a:spcPts val="2500"/>
              </a:spcBef>
              <a:buFont typeface="Arial" panose="020B0604020202020204" pitchFamily="34" charset="0"/>
              <a:buNone/>
            </a:pPr>
            <a:r>
              <a:rPr lang="en-US" b="1"/>
              <a:t>Seasonal and Themed Collections</a:t>
            </a:r>
          </a:p>
          <a:p>
            <a:pPr marL="0" lvl="1" indent="0">
              <a:lnSpc>
                <a:spcPct val="110000"/>
              </a:lnSpc>
              <a:buFont typeface="Arial" panose="020B0604020202020204" pitchFamily="34" charset="0"/>
              <a:buNone/>
            </a:pPr>
            <a:r>
              <a:rPr lang="en-US"/>
              <a:t>Voguish offers seasonal and themed gift collections, allowing alignment with specific occasions and festivals.</a:t>
            </a:r>
          </a:p>
        </p:txBody>
      </p:sp>
    </p:spTree>
    <p:extLst>
      <p:ext uri="{BB962C8B-B14F-4D97-AF65-F5344CB8AC3E}">
        <p14:creationId xmlns:p14="http://schemas.microsoft.com/office/powerpoint/2010/main" val="107449518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3731A7-A7A7-0B77-7B19-616B6F6C5E62}"/>
              </a:ext>
            </a:extLst>
          </p:cNvPr>
          <p:cNvSpPr>
            <a:spLocks noGrp="1"/>
          </p:cNvSpPr>
          <p:nvPr>
            <p:ph type="title"/>
          </p:nvPr>
        </p:nvSpPr>
        <p:spPr>
          <a:xfrm>
            <a:off x="426997" y="3018408"/>
            <a:ext cx="8961120" cy="3247475"/>
          </a:xfrm>
        </p:spPr>
        <p:txBody>
          <a:bodyPr anchor="b">
            <a:normAutofit/>
          </a:bodyPr>
          <a:lstStyle/>
          <a:p>
            <a:r>
              <a:rPr lang="en-US"/>
              <a:t>Sales Channels</a:t>
            </a:r>
          </a:p>
        </p:txBody>
      </p:sp>
    </p:spTree>
    <p:extLst>
      <p:ext uri="{BB962C8B-B14F-4D97-AF65-F5344CB8AC3E}">
        <p14:creationId xmlns:p14="http://schemas.microsoft.com/office/powerpoint/2010/main" val="298925062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7B5B69-5CB6-AB4F-0C04-F03AACCCBD4E}"/>
              </a:ext>
            </a:extLst>
          </p:cNvPr>
          <p:cNvSpPr>
            <a:spLocks noGrp="1"/>
          </p:cNvSpPr>
          <p:nvPr>
            <p:ph type="title"/>
          </p:nvPr>
        </p:nvSpPr>
        <p:spPr>
          <a:xfrm>
            <a:off x="4848555" y="512011"/>
            <a:ext cx="6792069" cy="1259920"/>
          </a:xfrm>
        </p:spPr>
        <p:txBody>
          <a:bodyPr anchor="b">
            <a:normAutofit/>
          </a:bodyPr>
          <a:lstStyle/>
          <a:p>
            <a:r>
              <a:rPr lang="en-US"/>
              <a:t>E-commerce and Digital Presence</a:t>
            </a:r>
          </a:p>
        </p:txBody>
      </p:sp>
      <p:pic>
        <p:nvPicPr>
          <p:cNvPr id="5" name="Content Placeholder 4" descr="Woman comparing prices of shoes on a tablet computer.">
            <a:extLst>
              <a:ext uri="{FF2B5EF4-FFF2-40B4-BE49-F238E27FC236}">
                <a16:creationId xmlns:a16="http://schemas.microsoft.com/office/drawing/2014/main" id="{733E9138-7A74-40DC-8FEA-8F3BC7442657}"/>
              </a:ext>
            </a:extLst>
          </p:cNvPr>
          <p:cNvPicPr>
            <a:picLocks noGrp="1" noChangeAspect="1"/>
          </p:cNvPicPr>
          <p:nvPr>
            <p:ph type="pic" sz="quarter" idx="13"/>
          </p:nvPr>
        </p:nvPicPr>
        <p:blipFill>
          <a:blip r:embed="rId3"/>
          <a:srcRect l="39090" r="16117" b="1"/>
          <a:stretch>
            <a:fillRect/>
          </a:stretch>
        </p:blipFill>
        <p:spPr>
          <a:xfrm>
            <a:off x="533400" y="533399"/>
            <a:ext cx="3886200" cy="5791201"/>
          </a:xfrm>
        </p:spPr>
      </p:pic>
      <p:sp>
        <p:nvSpPr>
          <p:cNvPr id="4" name="Content Placeholder 3">
            <a:extLst>
              <a:ext uri="{FF2B5EF4-FFF2-40B4-BE49-F238E27FC236}">
                <a16:creationId xmlns:a16="http://schemas.microsoft.com/office/drawing/2014/main" id="{A4687E0A-BF4C-1943-C16B-AD4B430DD859}"/>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848555" y="2148840"/>
            <a:ext cx="6792069" cy="4162372"/>
          </a:xfrm>
        </p:spPr>
        <p:txBody>
          <a:bodyPr>
            <a:normAutofit/>
          </a:bodyPr>
          <a:lstStyle/>
          <a:p>
            <a:pPr marL="0" indent="0">
              <a:lnSpc>
                <a:spcPct val="110000"/>
              </a:lnSpc>
              <a:spcBef>
                <a:spcPts val="2500"/>
              </a:spcBef>
              <a:buFont typeface="Arial" panose="020B0604020202020204" pitchFamily="34" charset="0"/>
              <a:buNone/>
            </a:pPr>
            <a:r>
              <a:rPr lang="en-US" b="1"/>
              <a:t>E-commerce Platform Usage</a:t>
            </a:r>
          </a:p>
          <a:p>
            <a:pPr marL="0" lvl="1" indent="0">
              <a:lnSpc>
                <a:spcPct val="110000"/>
              </a:lnSpc>
              <a:buFont typeface="Arial" panose="020B0604020202020204" pitchFamily="34" charset="0"/>
              <a:buNone/>
            </a:pPr>
            <a:r>
              <a:rPr lang="en-US"/>
              <a:t>Voguish sells products on Amazon, providing customers with convenient and reliable online shopping options.</a:t>
            </a:r>
          </a:p>
          <a:p>
            <a:pPr marL="0" indent="0">
              <a:lnSpc>
                <a:spcPct val="110000"/>
              </a:lnSpc>
              <a:spcBef>
                <a:spcPts val="2500"/>
              </a:spcBef>
              <a:buFont typeface="Arial" panose="020B0604020202020204" pitchFamily="34" charset="0"/>
              <a:buNone/>
            </a:pPr>
            <a:r>
              <a:rPr lang="en-US" b="1"/>
              <a:t>Social Media Marketing</a:t>
            </a:r>
          </a:p>
          <a:p>
            <a:pPr marL="0" lvl="1" indent="0">
              <a:lnSpc>
                <a:spcPct val="110000"/>
              </a:lnSpc>
              <a:buFont typeface="Arial" panose="020B0604020202020204" pitchFamily="34" charset="0"/>
              <a:buNone/>
            </a:pPr>
            <a:r>
              <a:rPr lang="en-US"/>
              <a:t>Instagram is used as a visual marketing channel to engage customers and promote new collections effectively.</a:t>
            </a:r>
          </a:p>
          <a:p>
            <a:pPr marL="0" indent="0">
              <a:lnSpc>
                <a:spcPct val="110000"/>
              </a:lnSpc>
              <a:spcBef>
                <a:spcPts val="2500"/>
              </a:spcBef>
              <a:buFont typeface="Arial" panose="020B0604020202020204" pitchFamily="34" charset="0"/>
              <a:buNone/>
            </a:pPr>
            <a:r>
              <a:rPr lang="en-US" b="1"/>
              <a:t>Customer Engagement and Feedback</a:t>
            </a:r>
          </a:p>
          <a:p>
            <a:pPr marL="0" lvl="1" indent="0">
              <a:lnSpc>
                <a:spcPct val="110000"/>
              </a:lnSpc>
              <a:buFont typeface="Arial" panose="020B0604020202020204" pitchFamily="34" charset="0"/>
              <a:buNone/>
            </a:pPr>
            <a:r>
              <a:rPr lang="en-US"/>
              <a:t>Social media enables Voguish to gather feedback, understand preferences, and introduce innovative designs.</a:t>
            </a:r>
          </a:p>
          <a:p>
            <a:pPr marL="0" indent="0">
              <a:lnSpc>
                <a:spcPct val="110000"/>
              </a:lnSpc>
              <a:spcBef>
                <a:spcPts val="2500"/>
              </a:spcBef>
              <a:buFont typeface="Arial" panose="020B0604020202020204" pitchFamily="34" charset="0"/>
              <a:buNone/>
            </a:pPr>
            <a:r>
              <a:rPr lang="en-US" b="1"/>
              <a:t>Integrated Digital Strategy</a:t>
            </a:r>
          </a:p>
          <a:p>
            <a:pPr marL="0" lvl="1" indent="0">
              <a:lnSpc>
                <a:spcPct val="110000"/>
              </a:lnSpc>
              <a:buFont typeface="Arial" panose="020B0604020202020204" pitchFamily="34" charset="0"/>
              <a:buNone/>
            </a:pPr>
            <a:r>
              <a:rPr lang="en-US"/>
              <a:t>Combining e-commerce and social media ensures seamless experiences and strong customer connections.</a:t>
            </a:r>
          </a:p>
        </p:txBody>
      </p:sp>
    </p:spTree>
    <p:extLst>
      <p:ext uri="{BB962C8B-B14F-4D97-AF65-F5344CB8AC3E}">
        <p14:creationId xmlns:p14="http://schemas.microsoft.com/office/powerpoint/2010/main" val="254546401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64957C-5E5C-F6D4-6FCA-9E782086118C}"/>
              </a:ext>
            </a:extLst>
          </p:cNvPr>
          <p:cNvSpPr>
            <a:spLocks noGrp="1"/>
          </p:cNvSpPr>
          <p:nvPr>
            <p:ph type="title"/>
          </p:nvPr>
        </p:nvSpPr>
        <p:spPr>
          <a:xfrm>
            <a:off x="4977971" y="691866"/>
            <a:ext cx="6680630" cy="1217337"/>
          </a:xfrm>
        </p:spPr>
        <p:txBody>
          <a:bodyPr anchor="t">
            <a:normAutofit/>
          </a:bodyPr>
          <a:lstStyle/>
          <a:p>
            <a:r>
              <a:rPr lang="en-US"/>
              <a:t>Retail and Direct Sales</a:t>
            </a:r>
          </a:p>
        </p:txBody>
      </p:sp>
      <p:pic>
        <p:nvPicPr>
          <p:cNvPr id="5" name="Content Placeholder 4" descr="&quot;Empty and customizable dress shop, isolated on white.This is a project of mine, completely original.With PSD you can easily insert anything (logos, photos, drawings..) on blank surfaces.And you can easily change the colors.Please ask me for anything (for example: other views, different colors, changes to the design, etc.)&quot;">
            <a:extLst>
              <a:ext uri="{FF2B5EF4-FFF2-40B4-BE49-F238E27FC236}">
                <a16:creationId xmlns:a16="http://schemas.microsoft.com/office/drawing/2014/main" id="{13E02040-7EA2-4D53-847A-D2112F0B433C}"/>
              </a:ext>
            </a:extLst>
          </p:cNvPr>
          <p:cNvPicPr>
            <a:picLocks noGrp="1" noChangeAspect="1"/>
          </p:cNvPicPr>
          <p:nvPr>
            <p:ph type="pic" sz="quarter" idx="13"/>
          </p:nvPr>
        </p:nvPicPr>
        <p:blipFill>
          <a:blip r:embed="rId3"/>
          <a:srcRect l="27097" r="47327" b="-1"/>
          <a:stretch>
            <a:fillRect/>
          </a:stretch>
        </p:blipFill>
        <p:spPr>
          <a:xfrm>
            <a:off x="533400" y="533400"/>
            <a:ext cx="3886200" cy="5811924"/>
          </a:xfrm>
        </p:spPr>
      </p:pic>
      <p:sp>
        <p:nvSpPr>
          <p:cNvPr id="4" name="Content Placeholder 3">
            <a:extLst>
              <a:ext uri="{FF2B5EF4-FFF2-40B4-BE49-F238E27FC236}">
                <a16:creationId xmlns:a16="http://schemas.microsoft.com/office/drawing/2014/main" id="{F820B626-249A-EA32-4D8F-D5F13797AB49}"/>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977971" y="2010699"/>
            <a:ext cx="6680630" cy="4313902"/>
          </a:xfrm>
        </p:spPr>
        <p:txBody>
          <a:bodyPr>
            <a:normAutofit/>
          </a:bodyPr>
          <a:lstStyle/>
          <a:p>
            <a:pPr marL="0" indent="0">
              <a:lnSpc>
                <a:spcPct val="110000"/>
              </a:lnSpc>
              <a:spcBef>
                <a:spcPts val="2500"/>
              </a:spcBef>
              <a:buFont typeface="Arial" panose="020B0604020202020204" pitchFamily="34" charset="0"/>
              <a:buNone/>
            </a:pPr>
            <a:r>
              <a:rPr lang="en-US" b="1"/>
              <a:t>Personalized Shopping Experience</a:t>
            </a:r>
          </a:p>
          <a:p>
            <a:pPr marL="0" lvl="1" indent="0">
              <a:lnSpc>
                <a:spcPct val="110000"/>
              </a:lnSpc>
              <a:buFont typeface="Arial" panose="020B0604020202020204" pitchFamily="34" charset="0"/>
              <a:buNone/>
            </a:pPr>
            <a:r>
              <a:rPr lang="en-US"/>
              <a:t>Retail channels allow customers to explore products physically and appreciate their craftsmanship for informed decisions.</a:t>
            </a:r>
          </a:p>
          <a:p>
            <a:pPr marL="0" indent="0">
              <a:lnSpc>
                <a:spcPct val="110000"/>
              </a:lnSpc>
              <a:spcBef>
                <a:spcPts val="2500"/>
              </a:spcBef>
              <a:buFont typeface="Arial" panose="020B0604020202020204" pitchFamily="34" charset="0"/>
              <a:buNone/>
            </a:pPr>
            <a:r>
              <a:rPr lang="en-US" b="1"/>
              <a:t>Direct Customer Engagement</a:t>
            </a:r>
          </a:p>
          <a:p>
            <a:pPr marL="0" lvl="1" indent="0">
              <a:lnSpc>
                <a:spcPct val="110000"/>
              </a:lnSpc>
              <a:buFont typeface="Arial" panose="020B0604020202020204" pitchFamily="34" charset="0"/>
              <a:buNone/>
            </a:pPr>
            <a:r>
              <a:rPr lang="en-US"/>
              <a:t>Direct sales through pop-up stores and exhibitions help build trust and brand loyalty via face-to-face interaction.</a:t>
            </a:r>
          </a:p>
          <a:p>
            <a:pPr marL="0" indent="0">
              <a:lnSpc>
                <a:spcPct val="110000"/>
              </a:lnSpc>
              <a:spcBef>
                <a:spcPts val="2500"/>
              </a:spcBef>
              <a:buFont typeface="Arial" panose="020B0604020202020204" pitchFamily="34" charset="0"/>
              <a:buNone/>
            </a:pPr>
            <a:r>
              <a:rPr lang="en-US" b="1"/>
              <a:t>Multi-Channel Market Reach</a:t>
            </a:r>
          </a:p>
          <a:p>
            <a:pPr marL="0" lvl="1" indent="0">
              <a:lnSpc>
                <a:spcPct val="110000"/>
              </a:lnSpc>
              <a:buFont typeface="Arial" panose="020B0604020202020204" pitchFamily="34" charset="0"/>
              <a:buNone/>
            </a:pPr>
            <a:r>
              <a:rPr lang="en-US"/>
              <a:t>Balancing online and physical sales channels maximizes market reach and caters to diverse shopping preferences.</a:t>
            </a:r>
          </a:p>
          <a:p>
            <a:pPr marL="0" indent="0">
              <a:lnSpc>
                <a:spcPct val="110000"/>
              </a:lnSpc>
              <a:spcBef>
                <a:spcPts val="2500"/>
              </a:spcBef>
              <a:buFont typeface="Arial" panose="020B0604020202020204" pitchFamily="34" charset="0"/>
              <a:buNone/>
            </a:pPr>
            <a:r>
              <a:rPr lang="en-US" b="1"/>
              <a:t>Brand Visibility and Credibility</a:t>
            </a:r>
          </a:p>
          <a:p>
            <a:pPr marL="0" lvl="1" indent="0">
              <a:lnSpc>
                <a:spcPct val="110000"/>
              </a:lnSpc>
              <a:buFont typeface="Arial" panose="020B0604020202020204" pitchFamily="34" charset="0"/>
              <a:buNone/>
            </a:pPr>
            <a:r>
              <a:rPr lang="en-US"/>
              <a:t>Retail presence enhances brand visibility and credibility, making the brand easier to recognize and trust.</a:t>
            </a:r>
          </a:p>
        </p:txBody>
      </p:sp>
    </p:spTree>
    <p:extLst>
      <p:ext uri="{BB962C8B-B14F-4D97-AF65-F5344CB8AC3E}">
        <p14:creationId xmlns:p14="http://schemas.microsoft.com/office/powerpoint/2010/main" val="113997742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7331E9-30D9-4A57-B836-72D5D3BB66EB}"/>
              </a:ext>
            </a:extLst>
          </p:cNvPr>
          <p:cNvSpPr>
            <a:spLocks noGrp="1"/>
          </p:cNvSpPr>
          <p:nvPr>
            <p:ph type="title"/>
          </p:nvPr>
        </p:nvSpPr>
        <p:spPr>
          <a:xfrm>
            <a:off x="426997" y="3018408"/>
            <a:ext cx="8961120" cy="3247475"/>
          </a:xfrm>
        </p:spPr>
        <p:txBody>
          <a:bodyPr anchor="b">
            <a:normAutofit/>
          </a:bodyPr>
          <a:lstStyle/>
          <a:p>
            <a:r>
              <a:rPr lang="en-US"/>
              <a:t>Value Proposition</a:t>
            </a:r>
          </a:p>
        </p:txBody>
      </p:sp>
    </p:spTree>
    <p:extLst>
      <p:ext uri="{BB962C8B-B14F-4D97-AF65-F5344CB8AC3E}">
        <p14:creationId xmlns:p14="http://schemas.microsoft.com/office/powerpoint/2010/main" val="292422168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8AA24B-DD61-29F9-813D-BAD1874A724D}"/>
              </a:ext>
            </a:extLst>
          </p:cNvPr>
          <p:cNvSpPr>
            <a:spLocks noGrp="1"/>
          </p:cNvSpPr>
          <p:nvPr>
            <p:ph type="title"/>
          </p:nvPr>
        </p:nvSpPr>
        <p:spPr>
          <a:xfrm>
            <a:off x="4848555" y="512011"/>
            <a:ext cx="6792069" cy="1259920"/>
          </a:xfrm>
        </p:spPr>
        <p:txBody>
          <a:bodyPr anchor="b">
            <a:normAutofit/>
          </a:bodyPr>
          <a:lstStyle/>
          <a:p>
            <a:r>
              <a:rPr lang="en-US"/>
              <a:t>Unique Selling Points</a:t>
            </a:r>
          </a:p>
        </p:txBody>
      </p:sp>
      <p:pic>
        <p:nvPicPr>
          <p:cNvPr id="5" name="Content Placeholder 4" descr="Instrument Maker's Studio">
            <a:extLst>
              <a:ext uri="{FF2B5EF4-FFF2-40B4-BE49-F238E27FC236}">
                <a16:creationId xmlns:a16="http://schemas.microsoft.com/office/drawing/2014/main" id="{2843F842-D9D9-4453-9117-1278AB1F25BD}"/>
              </a:ext>
            </a:extLst>
          </p:cNvPr>
          <p:cNvPicPr>
            <a:picLocks noGrp="1" noChangeAspect="1"/>
          </p:cNvPicPr>
          <p:nvPr>
            <p:ph type="pic" sz="quarter" idx="13"/>
          </p:nvPr>
        </p:nvPicPr>
        <p:blipFill>
          <a:blip r:embed="rId3"/>
          <a:srcRect l="285" r="54923" b="1"/>
          <a:stretch>
            <a:fillRect/>
          </a:stretch>
        </p:blipFill>
        <p:spPr>
          <a:xfrm>
            <a:off x="533400" y="533399"/>
            <a:ext cx="3886200" cy="5791201"/>
          </a:xfrm>
        </p:spPr>
      </p:pic>
      <p:sp>
        <p:nvSpPr>
          <p:cNvPr id="4" name="Content Placeholder 3">
            <a:extLst>
              <a:ext uri="{FF2B5EF4-FFF2-40B4-BE49-F238E27FC236}">
                <a16:creationId xmlns:a16="http://schemas.microsoft.com/office/drawing/2014/main" id="{D0073B29-CA37-FF19-A367-9D1ACD990F9D}"/>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848555" y="2148840"/>
            <a:ext cx="6792069" cy="4162372"/>
          </a:xfrm>
        </p:spPr>
        <p:txBody>
          <a:bodyPr>
            <a:normAutofit/>
          </a:bodyPr>
          <a:lstStyle/>
          <a:p>
            <a:pPr marL="0" indent="0">
              <a:spcBef>
                <a:spcPts val="2500"/>
              </a:spcBef>
              <a:buFont typeface="Arial" panose="020B0604020202020204" pitchFamily="34" charset="0"/>
              <a:buNone/>
            </a:pPr>
            <a:r>
              <a:rPr lang="en-US" b="1"/>
              <a:t>Quality and Craftsmanship</a:t>
            </a:r>
          </a:p>
          <a:p>
            <a:pPr marL="0" lvl="1" indent="0">
              <a:buFont typeface="Arial" panose="020B0604020202020204" pitchFamily="34" charset="0"/>
              <a:buNone/>
            </a:pPr>
            <a:r>
              <a:rPr lang="en-US"/>
              <a:t>Voguish emphasizes handcrafted excellence, ensuring precision and attention to detail in every product.</a:t>
            </a:r>
          </a:p>
          <a:p>
            <a:pPr marL="0" indent="0">
              <a:spcBef>
                <a:spcPts val="2500"/>
              </a:spcBef>
              <a:buFont typeface="Arial" panose="020B0604020202020204" pitchFamily="34" charset="0"/>
              <a:buNone/>
            </a:pPr>
            <a:r>
              <a:rPr lang="en-US" b="1"/>
              <a:t>Creativity and Uniqueness</a:t>
            </a:r>
          </a:p>
          <a:p>
            <a:pPr marL="0" lvl="1" indent="0">
              <a:buFont typeface="Arial" panose="020B0604020202020204" pitchFamily="34" charset="0"/>
              <a:buNone/>
            </a:pPr>
            <a:r>
              <a:rPr lang="en-US"/>
              <a:t>Products reflect individuality and artistic expression, making each piece unique and special.</a:t>
            </a:r>
          </a:p>
          <a:p>
            <a:pPr marL="0" indent="0">
              <a:spcBef>
                <a:spcPts val="2500"/>
              </a:spcBef>
              <a:buFont typeface="Arial" panose="020B0604020202020204" pitchFamily="34" charset="0"/>
              <a:buNone/>
            </a:pPr>
            <a:r>
              <a:rPr lang="en-US" b="1"/>
              <a:t>Customization Options</a:t>
            </a:r>
          </a:p>
          <a:p>
            <a:pPr marL="0" lvl="1" indent="0">
              <a:buFont typeface="Arial" panose="020B0604020202020204" pitchFamily="34" charset="0"/>
              <a:buNone/>
            </a:pPr>
            <a:r>
              <a:rPr lang="en-US"/>
              <a:t>Customers can personalize decor and gifting solutions to suit their individual preferences.</a:t>
            </a:r>
          </a:p>
          <a:p>
            <a:pPr marL="0" indent="0">
              <a:spcBef>
                <a:spcPts val="2500"/>
              </a:spcBef>
              <a:buFont typeface="Arial" panose="020B0604020202020204" pitchFamily="34" charset="0"/>
              <a:buNone/>
            </a:pPr>
            <a:r>
              <a:rPr lang="en-US" b="1"/>
              <a:t>Affordable Premium Products</a:t>
            </a:r>
          </a:p>
          <a:p>
            <a:pPr marL="0" lvl="1" indent="0">
              <a:buFont typeface="Arial" panose="020B0604020202020204" pitchFamily="34" charset="0"/>
              <a:buNone/>
            </a:pPr>
            <a:r>
              <a:rPr lang="en-US"/>
              <a:t>Offering high-quality decor at accessible prices attracts a wide range of customers.</a:t>
            </a:r>
          </a:p>
        </p:txBody>
      </p:sp>
    </p:spTree>
    <p:extLst>
      <p:ext uri="{BB962C8B-B14F-4D97-AF65-F5344CB8AC3E}">
        <p14:creationId xmlns:p14="http://schemas.microsoft.com/office/powerpoint/2010/main" val="125092129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673E54-1772-672A-C39A-DCD5113008CC}"/>
              </a:ext>
            </a:extLst>
          </p:cNvPr>
          <p:cNvSpPr>
            <a:spLocks noGrp="1"/>
          </p:cNvSpPr>
          <p:nvPr>
            <p:ph type="title"/>
          </p:nvPr>
        </p:nvSpPr>
        <p:spPr>
          <a:xfrm>
            <a:off x="426997" y="3018408"/>
            <a:ext cx="8961120" cy="3247475"/>
          </a:xfrm>
        </p:spPr>
        <p:txBody>
          <a:bodyPr anchor="b">
            <a:normAutofit/>
          </a:bodyPr>
          <a:lstStyle/>
          <a:p>
            <a:r>
              <a:rPr lang="en-US"/>
              <a:t>Customer Experience</a:t>
            </a:r>
          </a:p>
        </p:txBody>
      </p:sp>
    </p:spTree>
    <p:extLst>
      <p:ext uri="{BB962C8B-B14F-4D97-AF65-F5344CB8AC3E}">
        <p14:creationId xmlns:p14="http://schemas.microsoft.com/office/powerpoint/2010/main" val="83715985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55ACAC-D234-E35B-596D-C255C2432BF0}"/>
              </a:ext>
            </a:extLst>
          </p:cNvPr>
          <p:cNvSpPr>
            <a:spLocks noGrp="1"/>
          </p:cNvSpPr>
          <p:nvPr>
            <p:ph type="title"/>
          </p:nvPr>
        </p:nvSpPr>
        <p:spPr>
          <a:xfrm>
            <a:off x="7007497" y="691868"/>
            <a:ext cx="4660247" cy="1439210"/>
          </a:xfrm>
        </p:spPr>
        <p:txBody>
          <a:bodyPr anchor="t">
            <a:normAutofit/>
          </a:bodyPr>
          <a:lstStyle/>
          <a:p>
            <a:r>
              <a:rPr lang="en-US"/>
              <a:t>Customer Engagement and Satisfaction</a:t>
            </a:r>
          </a:p>
        </p:txBody>
      </p:sp>
      <p:pic>
        <p:nvPicPr>
          <p:cNvPr id="5" name="Content Placeholder 4" descr="Woman Hand Putting Wooden Block Cubes with Symbol of Telephone Message">
            <a:extLst>
              <a:ext uri="{FF2B5EF4-FFF2-40B4-BE49-F238E27FC236}">
                <a16:creationId xmlns:a16="http://schemas.microsoft.com/office/drawing/2014/main" id="{385CC80E-B631-405E-B48B-C20286106566}"/>
              </a:ext>
            </a:extLst>
          </p:cNvPr>
          <p:cNvPicPr>
            <a:picLocks noGrp="1" noChangeAspect="1"/>
          </p:cNvPicPr>
          <p:nvPr>
            <p:ph type="pic" sz="quarter" idx="13"/>
          </p:nvPr>
        </p:nvPicPr>
        <p:blipFill>
          <a:blip r:embed="rId3"/>
          <a:srcRect r="30506" b="1"/>
          <a:stretch>
            <a:fillRect/>
          </a:stretch>
        </p:blipFill>
        <p:spPr>
          <a:xfrm>
            <a:off x="533400" y="533399"/>
            <a:ext cx="6029286" cy="5791201"/>
          </a:xfrm>
        </p:spPr>
      </p:pic>
      <p:sp>
        <p:nvSpPr>
          <p:cNvPr id="4" name="Content Placeholder 3">
            <a:extLst>
              <a:ext uri="{FF2B5EF4-FFF2-40B4-BE49-F238E27FC236}">
                <a16:creationId xmlns:a16="http://schemas.microsoft.com/office/drawing/2014/main" id="{FC64A6EB-7C58-F49F-BB17-640C997401D7}"/>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007497" y="2211184"/>
            <a:ext cx="4660247" cy="4113415"/>
          </a:xfrm>
        </p:spPr>
        <p:txBody>
          <a:bodyPr>
            <a:normAutofit/>
          </a:bodyPr>
          <a:lstStyle/>
          <a:p>
            <a:pPr marL="0" indent="0">
              <a:lnSpc>
                <a:spcPct val="110000"/>
              </a:lnSpc>
              <a:spcBef>
                <a:spcPts val="2500"/>
              </a:spcBef>
              <a:buFont typeface="Arial" panose="020B0604020202020204" pitchFamily="34" charset="0"/>
              <a:buNone/>
            </a:pPr>
            <a:r>
              <a:rPr lang="en-US" b="1"/>
              <a:t>Seamless Customer Experience</a:t>
            </a:r>
          </a:p>
          <a:p>
            <a:pPr marL="0" lvl="1" indent="0">
              <a:lnSpc>
                <a:spcPct val="110000"/>
              </a:lnSpc>
              <a:buFont typeface="Arial" panose="020B0604020202020204" pitchFamily="34" charset="0"/>
              <a:buNone/>
            </a:pPr>
            <a:r>
              <a:rPr lang="en-US"/>
              <a:t>Voguish prioritizes a smooth journey from product selection to delivery for customer satisfaction.</a:t>
            </a:r>
          </a:p>
          <a:p>
            <a:pPr marL="0" indent="0">
              <a:lnSpc>
                <a:spcPct val="110000"/>
              </a:lnSpc>
              <a:spcBef>
                <a:spcPts val="2500"/>
              </a:spcBef>
              <a:buFont typeface="Arial" panose="020B0604020202020204" pitchFamily="34" charset="0"/>
              <a:buNone/>
            </a:pPr>
            <a:r>
              <a:rPr lang="en-US" b="1"/>
              <a:t>Active Customer Engagement</a:t>
            </a:r>
          </a:p>
          <a:p>
            <a:pPr marL="0" lvl="1" indent="0">
              <a:lnSpc>
                <a:spcPct val="110000"/>
              </a:lnSpc>
              <a:buFont typeface="Arial" panose="020B0604020202020204" pitchFamily="34" charset="0"/>
              <a:buNone/>
            </a:pPr>
            <a:r>
              <a:rPr lang="en-US"/>
              <a:t>Engagement through social media helps Voguish respond to queries and build trust with customers.</a:t>
            </a:r>
          </a:p>
          <a:p>
            <a:pPr marL="0" indent="0">
              <a:lnSpc>
                <a:spcPct val="110000"/>
              </a:lnSpc>
              <a:spcBef>
                <a:spcPts val="2500"/>
              </a:spcBef>
              <a:buFont typeface="Arial" panose="020B0604020202020204" pitchFamily="34" charset="0"/>
              <a:buNone/>
            </a:pPr>
            <a:r>
              <a:rPr lang="en-US" b="1"/>
              <a:t>Quality and Timely Delivery</a:t>
            </a:r>
          </a:p>
          <a:p>
            <a:pPr marL="0" lvl="1" indent="0">
              <a:lnSpc>
                <a:spcPct val="110000"/>
              </a:lnSpc>
              <a:buFont typeface="Arial" panose="020B0604020202020204" pitchFamily="34" charset="0"/>
              <a:buNone/>
            </a:pPr>
            <a:r>
              <a:rPr lang="en-US"/>
              <a:t>Ensuring secure packaging and timely delivery contributes to positive customer satisfaction.</a:t>
            </a:r>
          </a:p>
          <a:p>
            <a:pPr marL="0" indent="0">
              <a:lnSpc>
                <a:spcPct val="110000"/>
              </a:lnSpc>
              <a:spcBef>
                <a:spcPts val="2500"/>
              </a:spcBef>
              <a:buFont typeface="Arial" panose="020B0604020202020204" pitchFamily="34" charset="0"/>
              <a:buNone/>
            </a:pPr>
            <a:r>
              <a:rPr lang="en-US" b="1"/>
              <a:t>Encouraging Repeat Purchases</a:t>
            </a:r>
          </a:p>
          <a:p>
            <a:pPr marL="0" lvl="1" indent="0">
              <a:lnSpc>
                <a:spcPct val="110000"/>
              </a:lnSpc>
              <a:buFont typeface="Arial" panose="020B0604020202020204" pitchFamily="34" charset="0"/>
              <a:buNone/>
            </a:pPr>
            <a:r>
              <a:rPr lang="en-US"/>
              <a:t>Offering new designs regularly helps maintain customer loyalty and encourages repeat buying.</a:t>
            </a:r>
          </a:p>
        </p:txBody>
      </p:sp>
    </p:spTree>
    <p:extLst>
      <p:ext uri="{BB962C8B-B14F-4D97-AF65-F5344CB8AC3E}">
        <p14:creationId xmlns:p14="http://schemas.microsoft.com/office/powerpoint/2010/main" val="24879332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4B22E1-15D7-85FD-E4A4-18036436F3B6}"/>
              </a:ext>
            </a:extLst>
          </p:cNvPr>
          <p:cNvSpPr>
            <a:spLocks noGrp="1"/>
          </p:cNvSpPr>
          <p:nvPr>
            <p:ph type="title"/>
          </p:nvPr>
        </p:nvSpPr>
        <p:spPr>
          <a:xfrm>
            <a:off x="426997" y="3018408"/>
            <a:ext cx="8961120" cy="3247475"/>
          </a:xfrm>
        </p:spPr>
        <p:txBody>
          <a:bodyPr anchor="b">
            <a:normAutofit/>
          </a:bodyPr>
          <a:lstStyle/>
          <a:p>
            <a:r>
              <a:rPr lang="en-US"/>
              <a:t>Contact Information</a:t>
            </a:r>
          </a:p>
        </p:txBody>
      </p:sp>
    </p:spTree>
    <p:extLst>
      <p:ext uri="{BB962C8B-B14F-4D97-AF65-F5344CB8AC3E}">
        <p14:creationId xmlns:p14="http://schemas.microsoft.com/office/powerpoint/2010/main" val="113206501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DC14A9-C2D5-81F1-21BF-11B82B23954D}"/>
              </a:ext>
            </a:extLst>
          </p:cNvPr>
          <p:cNvSpPr>
            <a:spLocks noGrp="1"/>
          </p:cNvSpPr>
          <p:nvPr>
            <p:ph type="title"/>
          </p:nvPr>
        </p:nvSpPr>
        <p:spPr>
          <a:xfrm>
            <a:off x="8029814" y="512011"/>
            <a:ext cx="3628786" cy="1259920"/>
          </a:xfrm>
        </p:spPr>
        <p:txBody>
          <a:bodyPr anchor="b">
            <a:normAutofit/>
          </a:bodyPr>
          <a:lstStyle/>
          <a:p>
            <a:r>
              <a:rPr lang="en-US"/>
              <a:t>Contact Us</a:t>
            </a:r>
          </a:p>
        </p:txBody>
      </p:sp>
      <p:pic>
        <p:nvPicPr>
          <p:cNvPr id="5" name="Content Placeholder 4" descr="New email notification concept for business e-mail communication and digital marketing. Inbox receiving electronic message alert. business people touch on email in virtual screen. internet technology">
            <a:extLst>
              <a:ext uri="{FF2B5EF4-FFF2-40B4-BE49-F238E27FC236}">
                <a16:creationId xmlns:a16="http://schemas.microsoft.com/office/drawing/2014/main" id="{74B89E4F-8325-46C2-83EE-BEA89D0E4811}"/>
              </a:ext>
            </a:extLst>
          </p:cNvPr>
          <p:cNvPicPr>
            <a:picLocks noGrp="1" noChangeAspect="1"/>
          </p:cNvPicPr>
          <p:nvPr>
            <p:ph type="pic" sz="quarter" idx="13"/>
          </p:nvPr>
        </p:nvPicPr>
        <p:blipFill>
          <a:blip r:embed="rId3"/>
          <a:srcRect l="13027" r="22729" b="-1"/>
          <a:stretch>
            <a:fillRect/>
          </a:stretch>
        </p:blipFill>
        <p:spPr>
          <a:xfrm>
            <a:off x="533400" y="533399"/>
            <a:ext cx="7086600" cy="5791199"/>
          </a:xfrm>
        </p:spPr>
      </p:pic>
      <p:sp>
        <p:nvSpPr>
          <p:cNvPr id="4" name="Content Placeholder 3">
            <a:extLst>
              <a:ext uri="{FF2B5EF4-FFF2-40B4-BE49-F238E27FC236}">
                <a16:creationId xmlns:a16="http://schemas.microsoft.com/office/drawing/2014/main" id="{D1989A86-F2C1-1AFB-4C9C-CBBBB5E3BC42}"/>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8043065" y="2170611"/>
            <a:ext cx="3628786" cy="4162372"/>
          </a:xfrm>
        </p:spPr>
        <p:txBody>
          <a:bodyPr>
            <a:normAutofit/>
          </a:bodyPr>
          <a:lstStyle/>
          <a:p>
            <a:pPr marL="0" indent="0">
              <a:spcBef>
                <a:spcPts val="2500"/>
              </a:spcBef>
              <a:buFont typeface="Arial" panose="020B0604020202020204" pitchFamily="34" charset="0"/>
              <a:buNone/>
            </a:pPr>
            <a:r>
              <a:rPr lang="en-US" b="1"/>
              <a:t>Email Communication</a:t>
            </a:r>
          </a:p>
          <a:p>
            <a:pPr marL="0" lvl="1" indent="0">
              <a:buFont typeface="Arial" panose="020B0604020202020204" pitchFamily="34" charset="0"/>
              <a:buNone/>
            </a:pPr>
            <a:r>
              <a:rPr lang="en-US"/>
              <a:t>Customers can contact via email for inquiries, orders, and customization with prompt, professional responses.</a:t>
            </a:r>
          </a:p>
          <a:p>
            <a:pPr marL="0" indent="0">
              <a:spcBef>
                <a:spcPts val="2500"/>
              </a:spcBef>
              <a:buFont typeface="Arial" panose="020B0604020202020204" pitchFamily="34" charset="0"/>
              <a:buNone/>
            </a:pPr>
            <a:r>
              <a:rPr lang="en-US" b="1"/>
              <a:t>Social Media Engagement</a:t>
            </a:r>
          </a:p>
          <a:p>
            <a:pPr marL="0" lvl="1" indent="0">
              <a:buFont typeface="Arial" panose="020B0604020202020204" pitchFamily="34" charset="0"/>
              <a:buNone/>
            </a:pPr>
            <a:r>
              <a:rPr lang="en-US"/>
              <a:t>Active Instagram presence allows users to view collections, get updates, and interact directly with the team.</a:t>
            </a:r>
          </a:p>
          <a:p>
            <a:pPr marL="0" indent="0">
              <a:spcBef>
                <a:spcPts val="2500"/>
              </a:spcBef>
              <a:buFont typeface="Arial" panose="020B0604020202020204" pitchFamily="34" charset="0"/>
              <a:buNone/>
            </a:pPr>
            <a:r>
              <a:rPr lang="en-US" b="1"/>
              <a:t>Phone Support</a:t>
            </a:r>
          </a:p>
          <a:p>
            <a:pPr marL="0" lvl="1" indent="0">
              <a:buFont typeface="Arial" panose="020B0604020202020204" pitchFamily="34" charset="0"/>
              <a:buNone/>
            </a:pPr>
            <a:r>
              <a:rPr lang="en-US"/>
              <a:t>Phone support provides quick assistance and direct communication for customer convenience.</a:t>
            </a:r>
          </a:p>
        </p:txBody>
      </p:sp>
    </p:spTree>
    <p:extLst>
      <p:ext uri="{BB962C8B-B14F-4D97-AF65-F5344CB8AC3E}">
        <p14:creationId xmlns:p14="http://schemas.microsoft.com/office/powerpoint/2010/main" val="156095593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1.xml><?xml version="1.0" encoding="utf-8"?>
<a:theme xmlns:a="http://schemas.openxmlformats.org/drawingml/2006/main" name="Lines">
  <a:themeElements>
    <a:clrScheme name="Lines">
      <a:dk1>
        <a:srgbClr val="0F0F0F"/>
      </a:dk1>
      <a:lt1>
        <a:sysClr val="window" lastClr="FFFFFF"/>
      </a:lt1>
      <a:dk2>
        <a:srgbClr val="0A242A"/>
      </a:dk2>
      <a:lt2>
        <a:srgbClr val="F5F2ED"/>
      </a:lt2>
      <a:accent1>
        <a:srgbClr val="E45730"/>
      </a:accent1>
      <a:accent2>
        <a:srgbClr val="27717D"/>
      </a:accent2>
      <a:accent3>
        <a:srgbClr val="8CA8B5"/>
      </a:accent3>
      <a:accent4>
        <a:srgbClr val="607381"/>
      </a:accent4>
      <a:accent5>
        <a:srgbClr val="A39990"/>
      </a:accent5>
      <a:accent6>
        <a:srgbClr val="BA3106"/>
      </a:accent6>
      <a:hlink>
        <a:srgbClr val="E45730"/>
      </a:hlink>
      <a:folHlink>
        <a:srgbClr val="24717F"/>
      </a:folHlink>
    </a:clrScheme>
    <a:fontScheme name="Univers Condensed Arial Light">
      <a:majorFont>
        <a:latin typeface="Univers Condensed"/>
        <a:ea typeface=""/>
        <a:cs typeface=""/>
      </a:majorFont>
      <a:minorFont>
        <a:latin typeface="Arial 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Lines" id="{656B2F94-71EE-4F5F-8AB6-423A33239BAD}" vid="{CD481196-1649-4740-8CB7-70D8662C6A2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2047</Words>
  <Application>Microsoft Office PowerPoint</Application>
  <PresentationFormat>Widescreen</PresentationFormat>
  <Paragraphs>113</Paragraphs>
  <Slides>15</Slides>
  <Notes>15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Aptos</vt:lpstr>
      <vt:lpstr>Arial</vt:lpstr>
      <vt:lpstr>Arial Nova Light</vt:lpstr>
      <vt:lpstr>Calibri</vt:lpstr>
      <vt:lpstr>Univers Condensed</vt:lpstr>
      <vt:lpstr>Lines</vt:lpstr>
      <vt:lpstr>Voguish - Home Decor &amp; Handicraft Brand Overview</vt:lpstr>
      <vt:lpstr>Introduction to Voguish</vt:lpstr>
      <vt:lpstr>About Us</vt:lpstr>
      <vt:lpstr>Products and Services</vt:lpstr>
      <vt:lpstr>Our Products</vt:lpstr>
      <vt:lpstr>Corporate Gifting Services</vt:lpstr>
      <vt:lpstr>Sales Channels</vt:lpstr>
      <vt:lpstr>E-commerce and Digital Presence</vt:lpstr>
      <vt:lpstr>Retail and Direct Sales</vt:lpstr>
      <vt:lpstr>Value Proposition</vt:lpstr>
      <vt:lpstr>Unique Selling Points</vt:lpstr>
      <vt:lpstr>Customer Experience</vt:lpstr>
      <vt:lpstr>Customer Engagement and Satisfaction</vt:lpstr>
      <vt:lpstr>Contact Information</vt:lpstr>
      <vt:lpstr>Contact Us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ashish-arora@hcltech.com</dc:creator>
  <cp:lastModifiedBy>Ashish Arora [External]</cp:lastModifiedBy>
  <cp:revision>1</cp:revision>
  <dcterms:modified xsi:type="dcterms:W3CDTF">2026-06-09T07:10:58Z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itusGUID">
    <vt:lpwstr>47c4e128-ac9b-4bf0-9fdf-b31f5498c5b9</vt:lpwstr>
  </property>
  <property fmtid="{D5CDD505-2E9C-101B-9397-08002B2CF9AE}" pid="3" name="HCLClassD6">
    <vt:lpwstr>False</vt:lpwstr>
  </property>
  <property fmtid="{D5CDD505-2E9C-101B-9397-08002B2CF9AE}" pid="4" name="HCLClassification">
    <vt:lpwstr>HCL_Cla5s_1nt3rnal</vt:lpwstr>
  </property>
  <property fmtid="{D5CDD505-2E9C-101B-9397-08002B2CF9AE}" pid="5" name="MSIP_Label_556dfe78-8a37-4fb5-b4aa-b92b97e18d15_Enabled">
    <vt:lpwstr>true</vt:lpwstr>
  </property>
  <property fmtid="{D5CDD505-2E9C-101B-9397-08002B2CF9AE}" pid="6" name="MSIP_Label_556dfe78-8a37-4fb5-b4aa-b92b97e18d15_SetDate">
    <vt:lpwstr>2026-06-09T07:10:52Z</vt:lpwstr>
  </property>
  <property fmtid="{D5CDD505-2E9C-101B-9397-08002B2CF9AE}" pid="7" name="MSIP_Label_556dfe78-8a37-4fb5-b4aa-b92b97e18d15_Method">
    <vt:lpwstr>Standard</vt:lpwstr>
  </property>
  <property fmtid="{D5CDD505-2E9C-101B-9397-08002B2CF9AE}" pid="8" name="MSIP_Label_556dfe78-8a37-4fb5-b4aa-b92b97e18d15_Name">
    <vt:lpwstr>Internal</vt:lpwstr>
  </property>
  <property fmtid="{D5CDD505-2E9C-101B-9397-08002B2CF9AE}" pid="9" name="MSIP_Label_556dfe78-8a37-4fb5-b4aa-b92b97e18d15_SiteId">
    <vt:lpwstr>189de737-c93a-4f5a-8b68-6f4ca9941912</vt:lpwstr>
  </property>
  <property fmtid="{D5CDD505-2E9C-101B-9397-08002B2CF9AE}" pid="10" name="MSIP_Label_556dfe78-8a37-4fb5-b4aa-b92b97e18d15_ActionId">
    <vt:lpwstr>40da9dd4-6723-4138-a779-1e656a46f90a</vt:lpwstr>
  </property>
  <property fmtid="{D5CDD505-2E9C-101B-9397-08002B2CF9AE}" pid="11" name="MSIP_Label_556dfe78-8a37-4fb5-b4aa-b92b97e18d15_ContentBits">
    <vt:lpwstr>1</vt:lpwstr>
  </property>
  <property fmtid="{D5CDD505-2E9C-101B-9397-08002B2CF9AE}" pid="12" name="MSIP_Label_556dfe78-8a37-4fb5-b4aa-b92b97e18d15_Tag">
    <vt:lpwstr>10, 3, 0, 1</vt:lpwstr>
  </property>
  <property fmtid="{D5CDD505-2E9C-101B-9397-08002B2CF9AE}" pid="13" name="ClassificationContentMarkingHeaderLocations">
    <vt:lpwstr>Lines:8</vt:lpwstr>
  </property>
  <property fmtid="{D5CDD505-2E9C-101B-9397-08002B2CF9AE}" pid="14" name="ClassificationContentMarkingHeaderText">
    <vt:lpwstr>Classification: Internal</vt:lpwstr>
  </property>
</Properties>
</file>