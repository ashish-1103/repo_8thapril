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_80000000_B67A617.xml" ContentType="application/vnd.openxmlformats-officedocument.presentationml.slideMaster+xml"/>
  <Override PartName="/ppt/slides/slide_A01_7EC0820D.xml" ContentType="application/vnd.openxmlformats-officedocument.presentationml.slide+xml"/>
  <Override PartName="/ppt/slides/slide_A02_4982613F.xml" ContentType="application/vnd.openxmlformats-officedocument.presentationml.slide+xml"/>
  <Override PartName="/ppt/slides/slide_A03_5C4A78D5.xml" ContentType="application/vnd.openxmlformats-officedocument.presentationml.slide+xml"/>
  <Override PartName="/ppt/slides/slide_A04_ECF7435.xml" ContentType="application/vnd.openxmlformats-officedocument.presentationml.slide+xml"/>
  <Override PartName="/ppt/slides/slide_A05_5AB5C410.xml" ContentType="application/vnd.openxmlformats-officedocument.presentationml.slide+xml"/>
  <Override PartName="/ppt/slides/slide_A06_AA72500F.xml" ContentType="application/vnd.openxmlformats-officedocument.presentationml.slide+xml"/>
  <Override PartName="/ppt/slides/slide_A07_5143AF70.xml" ContentType="application/vnd.openxmlformats-officedocument.presentationml.slide+xml"/>
  <Override PartName="/ppt/slides/slide_A08_B9E9FA84.xml" ContentType="application/vnd.openxmlformats-officedocument.presentationml.slide+xml"/>
  <Override PartName="/ppt/slides/slide_A09_6F8B530D.xml" ContentType="application/vnd.openxmlformats-officedocument.presentationml.slide+xml"/>
  <Override PartName="/ppt/slides/slide_A0A_E33E0A69.xml" ContentType="application/vnd.openxmlformats-officedocument.presentationml.slide+xml"/>
  <Override PartName="/ppt/slides/slide_A0B_5B1425AE.xml" ContentType="application/vnd.openxmlformats-officedocument.presentationml.slide+xml"/>
  <Override PartName="/ppt/slides/slide_A0C_F024B48F.xml" ContentType="application/vnd.openxmlformats-officedocument.presentationml.slide+xml"/>
  <Override PartName="/ppt/slides/slide_A0D_36C9C93B.xml" ContentType="application/vnd.openxmlformats-officedocument.presentationml.slide+xml"/>
  <Override PartName="/ppt/slides/slide_A0E_5C049935.xml" ContentType="application/vnd.openxmlformats-officedocument.presentationml.slide+xml"/>
  <Override PartName="/ppt/slides/slide_A0F_96EB23F7.xml" ContentType="application/vnd.openxmlformats-officedocument.presentationml.slide+xml"/>
  <Override PartName="/ppt/slides/slide_A10_72B11D70.xml" ContentType="application/vnd.openxmlformats-officedocument.presentationml.slide+xml"/>
  <Override PartName="/ppt/slides/slide_A11_74DAC520.xml" ContentType="application/vnd.openxmlformats-officedocument.presentationml.slide+xml"/>
  <Override PartName="/ppt/slides/slide_A12_7FBDD6F3.xml" ContentType="application/vnd.openxmlformats-officedocument.presentationml.slide+xml"/>
  <Override PartName="/ppt/slides/slide_A13_8B49F6FF.xml" ContentType="application/vnd.openxmlformats-officedocument.presentationml.slide+xml"/>
  <Override PartName="/ppt/slides/slide_A14_4A97237C.xml" ContentType="application/vnd.openxmlformats-officedocument.presentationml.slide+xml"/>
  <Override PartName="/ppt/slides/slide_A15_4E99E91E.xml" ContentType="application/vnd.openxmlformats-officedocument.presentationml.slide+xml"/>
  <Override PartName="/ppt/notesMasters/notesMaster_0_580CD4DA.xml" ContentType="application/vnd.openxmlformats-officedocument.presentationml.notesMaster+xml"/>
  <Override PartName="/ppt/presProps.xml" ContentType="application/vnd.openxmlformats-officedocument.presentationml.presProps+xml"/>
  <Override PartName="/ppt/theme/theme_80000000_B67A617.xml" ContentType="application/vnd.openxmlformats-officedocument.theme+xml"/>
  <Override PartName="/ppt/tableStyles.xml" ContentType="application/vnd.openxmlformats-officedocument.presentationml.tableStyles+xml"/>
  <Override PartName="/ppt/slideLayouts/slideLayout_80000001_DBAE01FA.xml" ContentType="application/vnd.openxmlformats-officedocument.presentationml.slideLayout+xml"/>
  <Override PartName="/ppt/slideLayouts/slideLayout_80000002_65DC8DC4.xml" ContentType="application/vnd.openxmlformats-officedocument.presentationml.slideLayout+xml"/>
  <Override PartName="/ppt/slideLayouts/slideLayout_80000003_C0C1F50B.xml" ContentType="application/vnd.openxmlformats-officedocument.presentationml.slideLayout+xml"/>
  <Override PartName="/ppt/slideLayouts/slideLayout_80000004_61D54094.xml" ContentType="application/vnd.openxmlformats-officedocument.presentationml.slideLayout+xml"/>
  <Override PartName="/ppt/slideLayouts/slideLayout_80000005_7ED69232.xml" ContentType="application/vnd.openxmlformats-officedocument.presentationml.slideLayout+xml"/>
  <Override PartName="/ppt/slideLayouts/slideLayout_80000006_AD1763BD.xml" ContentType="application/vnd.openxmlformats-officedocument.presentationml.slideLayout+xml"/>
  <Override PartName="/ppt/slideLayouts/slideLayout_80000007_8F03B8CF.xml" ContentType="application/vnd.openxmlformats-officedocument.presentationml.slideLayout+xml"/>
  <Override PartName="/ppt/slideLayouts/slideLayout_80000008_95AFA65B.xml" ContentType="application/vnd.openxmlformats-officedocument.presentationml.slideLayout+xml"/>
  <Override PartName="/ppt/slideLayouts/slideLayout_80000009_D70E97EB.xml" ContentType="application/vnd.openxmlformats-officedocument.presentationml.slideLayout+xml"/>
  <Override PartName="/ppt/slideLayouts/slideLayout_8000000A_6DB02388.xml" ContentType="application/vnd.openxmlformats-officedocument.presentationml.slideLayout+xml"/>
  <Override PartName="/ppt/slideLayouts/slideLayout_8000000B_60FCAEBD.xml" ContentType="application/vnd.openxmlformats-officedocument.presentationml.slideLayout+xml"/>
  <Override PartName="/ppt/slideLayouts/slideLayout_80000018_1C48F775.xml" ContentType="application/vnd.openxmlformats-officedocument.presentationml.slideLayout+xml"/>
  <Override PartName="/ppt/slideLayouts/slideLayout_80000019_355DBC4.xml" ContentType="application/vnd.openxmlformats-officedocument.presentationml.slideLayout+xml"/>
  <Override PartName="/ppt/slideLayouts/slideLayout_8000001A_BC9D826.xml" ContentType="application/vnd.openxmlformats-officedocument.presentationml.slideLayout+xml"/>
  <Override PartName="/ppt/slideLayouts/slideLayout_8000001B_ED6AA96A.xml" ContentType="application/vnd.openxmlformats-officedocument.presentationml.slideLayout+xml"/>
  <Override PartName="/ppt/slideLayouts/slideLayout_8000001C_60E4499C.xml" ContentType="application/vnd.openxmlformats-officedocument.presentationml.slideLayout+xml"/>
  <Override PartName="/ppt/slideLayouts/slideLayout_8000001D_F8D86346.xml" ContentType="application/vnd.openxmlformats-officedocument.presentationml.slideLayout+xml"/>
  <Override PartName="/ppt/slideLayouts/slideLayout_8000001E_1D086A11.xml" ContentType="application/vnd.openxmlformats-officedocument.presentationml.slideLayout+xml"/>
  <Override PartName="/ppt/slideLayouts/slideLayout_8000001F_E23B2E15.xml" ContentType="application/vnd.openxmlformats-officedocument.presentationml.slideLayout+xml"/>
  <Override PartName="/ppt/slideLayouts/slideLayout_80000020_879F5175.xml" ContentType="application/vnd.openxmlformats-officedocument.presentationml.slideLayout+xml"/>
  <Override PartName="/ppt/slideLayouts/slideLayout_80000021_4317D436.xml" ContentType="application/vnd.openxmlformats-officedocument.presentationml.slideLayout+xml"/>
  <Override PartName="/ppt/slideLayouts/slideLayout_80000022_D51714DB.xml" ContentType="application/vnd.openxmlformats-officedocument.presentationml.slideLayout+xml"/>
  <Override PartName="/ppt/slideLayouts/slideLayout_80000023_95892F57.xml" ContentType="application/vnd.openxmlformats-officedocument.presentationml.slideLayout+xml"/>
  <Override PartName="/ppt/slideLayouts/slideLayout_80000024_46FADF48.xml" ContentType="application/vnd.openxmlformats-officedocument.presentationml.slideLayout+xml"/>
  <Override PartName="/ppt/slideLayouts/slideLayout_80000025_165B2601.xml" ContentType="application/vnd.openxmlformats-officedocument.presentationml.slideLayout+xml"/>
  <Override PartName="/ppt/slideLayouts/slideLayout_80000026_4818B298.xml" ContentType="application/vnd.openxmlformats-officedocument.presentationml.slideLayout+xml"/>
  <Override PartName="/ppt/slideLayouts/slideLayout_80000027_E4B45E39.xml" ContentType="application/vnd.openxmlformats-officedocument.presentationml.slideLayout+xml"/>
  <Override PartName="/ppt/slideLayouts/slideLayout_80000028_8AB0044F.xml" ContentType="application/vnd.openxmlformats-officedocument.presentationml.slideLayout+xml"/>
  <Override PartName="/ppt/slideLayouts/slideLayout_80000029_16B2FD9F.xml" ContentType="application/vnd.openxmlformats-officedocument.presentationml.slideLayout+xml"/>
  <Override PartName="/ppt/slideLayouts/slideLayout_8000002A_977D9FC6.xml" ContentType="application/vnd.openxmlformats-officedocument.presentationml.slideLayout+xml"/>
  <Override PartName="/ppt/slideLayouts/slideLayout_8000002B_532C2EE.xml" ContentType="application/vnd.openxmlformats-officedocument.presentationml.slideLayout+xml"/>
  <Override PartName="/ppt/slideLayouts/slideLayout_8000002C_184E4D46.xml" ContentType="application/vnd.openxmlformats-officedocument.presentationml.slideLayout+xml"/>
  <Override PartName="/ppt/slideLayouts/slideLayout_8000002D_2CDDA0D3.xml" ContentType="application/vnd.openxmlformats-officedocument.presentationml.slideLayout+xml"/>
  <Override PartName="/ppt/slideLayouts/slideLayout_8000002E_CF9A3FA.xml" ContentType="application/vnd.openxmlformats-officedocument.presentationml.slideLayout+xml"/>
  <Override PartName="/ppt/slideLayouts/slideLayout_8000002F_CEB0BBAF.xml" ContentType="application/vnd.openxmlformats-officedocument.presentationml.slideLayout+xml"/>
  <Override PartName="/ppt/slideLayouts/slideLayout_80000030_7B454A58.xml" ContentType="application/vnd.openxmlformats-officedocument.presentationml.slideLayout+xml"/>
  <Override PartName="/ppt/slideLayouts/slideLayout_80000031_FAE1DD60.xml" ContentType="application/vnd.openxmlformats-officedocument.presentationml.slideLayout+xml"/>
  <Override PartName="/ppt/slideLayouts/slideLayout_80000032_65DDF8ED.xml" ContentType="application/vnd.openxmlformats-officedocument.presentationml.slideLayout+xml"/>
  <Override PartName="/ppt/slideLayouts/slideLayout_80000033_3A879955.xml" ContentType="application/vnd.openxmlformats-officedocument.presentationml.slideLayout+xml"/>
  <Override PartName="/ppt/slideLayouts/slideLayout_80000034_A8359057.xml" ContentType="application/vnd.openxmlformats-officedocument.presentationml.slideLayout+xml"/>
  <Override PartName="/ppt/slideLayouts/slideLayout_80000035_262C5FAD.xml" ContentType="application/vnd.openxmlformats-officedocument.presentationml.slideLayout+xml"/>
  <Override PartName="/ppt/slideLayouts/slideLayout_80000036_BBFE15D7.xml" ContentType="application/vnd.openxmlformats-officedocument.presentationml.slideLayout+xml"/>
  <Override PartName="/ppt/slideLayouts/slideLayout_80000037_B962C87D.xml" ContentType="application/vnd.openxmlformats-officedocument.presentationml.slideLayout+xml"/>
  <Override PartName="/ppt/slideLayouts/slideLayout_80000038_1F73C209.xml" ContentType="application/vnd.openxmlformats-officedocument.presentationml.slideLayout+xml"/>
  <Override PartName="/ppt/slideLayouts/slideLayout_80000039_A06A591D.xml" ContentType="application/vnd.openxmlformats-officedocument.presentationml.slideLayout+xml"/>
  <Override PartName="/ppt/slideLayouts/slideLayout_8000003A_3CF89D62.xml" ContentType="application/vnd.openxmlformats-officedocument.presentationml.slideLayout+xml"/>
  <Override PartName="/ppt/slideLayouts/slideLayout_8000003B_FEF9DCD.xml" ContentType="application/vnd.openxmlformats-officedocument.presentationml.slideLayout+xml"/>
  <Override PartName="/ppt/slideLayouts/slideLayout_8000003C_A961356.xml" ContentType="application/vnd.openxmlformats-officedocument.presentationml.slideLayout+xml"/>
  <Override PartName="/ppt/slideLayouts/slideLayout_8000003D_ECD3DF9E.xml" ContentType="application/vnd.openxmlformats-officedocument.presentationml.slideLayout+xml"/>
  <Override PartName="/ppt/theme/theme_0_580CD4DA.xml" ContentType="application/vnd.openxmlformats-officedocument.theme+xml"/>
  <Override PartName="/ppt/notesSlides/notesSlide_A01_7EC0820D.xml" ContentType="application/vnd.openxmlformats-officedocument.presentationml.notesSlide+xml"/>
  <Override PartName="/ppt/notesSlides/notesSlide_A02_4982613F.xml" ContentType="application/vnd.openxmlformats-officedocument.presentationml.notesSlide+xml"/>
  <Override PartName="/ppt/notesSlides/notesSlide_A03_5C4A78D5.xml" ContentType="application/vnd.openxmlformats-officedocument.presentationml.notesSlide+xml"/>
  <Override PartName="/ppt/notesSlides/notesSlide_A04_ECF7435.xml" ContentType="application/vnd.openxmlformats-officedocument.presentationml.notesSlide+xml"/>
  <Override PartName="/ppt/notesSlides/notesSlide_A05_5AB5C410.xml" ContentType="application/vnd.openxmlformats-officedocument.presentationml.notesSlide+xml"/>
  <Override PartName="/ppt/notesSlides/notesSlide_A06_AA72500F.xml" ContentType="application/vnd.openxmlformats-officedocument.presentationml.notesSlide+xml"/>
  <Override PartName="/ppt/notesSlides/notesSlide_A07_5143AF70.xml" ContentType="application/vnd.openxmlformats-officedocument.presentationml.notesSlide+xml"/>
  <Override PartName="/ppt/notesSlides/notesSlide_A08_B9E9FA84.xml" ContentType="application/vnd.openxmlformats-officedocument.presentationml.notesSlide+xml"/>
  <Override PartName="/ppt/notesSlides/notesSlide_A09_6F8B530D.xml" ContentType="application/vnd.openxmlformats-officedocument.presentationml.notesSlide+xml"/>
  <Override PartName="/ppt/notesSlides/notesSlide_A0A_E33E0A69.xml" ContentType="application/vnd.openxmlformats-officedocument.presentationml.notesSlide+xml"/>
  <Override PartName="/ppt/notesSlides/notesSlide_A0B_5B1425AE.xml" ContentType="application/vnd.openxmlformats-officedocument.presentationml.notesSlide+xml"/>
  <Override PartName="/ppt/notesSlides/notesSlide_A0C_F024B48F.xml" ContentType="application/vnd.openxmlformats-officedocument.presentationml.notesSlide+xml"/>
  <Override PartName="/ppt/notesSlides/notesSlide_A0D_36C9C93B.xml" ContentType="application/vnd.openxmlformats-officedocument.presentationml.notesSlide+xml"/>
  <Override PartName="/ppt/notesSlides/notesSlide_A0E_5C049935.xml" ContentType="application/vnd.openxmlformats-officedocument.presentationml.notesSlide+xml"/>
  <Override PartName="/ppt/notesSlides/notesSlide_A0F_96EB23F7.xml" ContentType="application/vnd.openxmlformats-officedocument.presentationml.notesSlide+xml"/>
  <Override PartName="/ppt/notesSlides/notesSlide_A10_72B11D70.xml" ContentType="application/vnd.openxmlformats-officedocument.presentationml.notesSlide+xml"/>
  <Override PartName="/ppt/notesSlides/notesSlide_A11_74DAC520.xml" ContentType="application/vnd.openxmlformats-officedocument.presentationml.notesSlide+xml"/>
  <Override PartName="/ppt/notesSlides/notesSlide_A12_7FBDD6F3.xml" ContentType="application/vnd.openxmlformats-officedocument.presentationml.notesSlide+xml"/>
  <Override PartName="/ppt/notesSlides/notesSlide_A13_8B49F6FF.xml" ContentType="application/vnd.openxmlformats-officedocument.presentationml.notesSlide+xml"/>
  <Override PartName="/ppt/notesSlides/notesSlide_A14_4A97237C.xml" ContentType="application/vnd.openxmlformats-officedocument.presentationml.notesSlide+xml"/>
  <Override PartName="/ppt/notesSlides/notesSlide_A15_4E99E91E.xml" ContentType="application/vnd.openxmlformats-officedocument.presentationml.notesSlide+xml"/>
  <Override PartName="/docProps/core.xml" ContentType="application/vnd.openxmlformats-package.core-properties+xml"/>
  <Override PartName="/docProps/custom.xml" ContentType="application/vnd.openxmlformats-officedocument.custom-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 id="2580" r:id="rId21"/>
    <p:sldId id="258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iring Strategies That Support Business Scaling" id="{A279E443-FE3A-4CC9-8FFD-DFCA40C6EDEC}">
          <p14:sldIdLst>
            <p14:sldId id="2561"/>
          </p14:sldIdLst>
        </p14:section>
        <p14:section name="Introduction to Scaling Hiring" id="{F3151023-1667-4BD5-A471-69B0F9FE029D}">
          <p14:sldIdLst>
            <p14:sldId id="2562"/>
            <p14:sldId id="2563"/>
          </p14:sldIdLst>
        </p14:section>
        <p14:section name="Importance of Hiring Strategy in Business Growth" id="{00786776-D6E9-4ADB-A3F9-EA14FC5ACDEB}">
          <p14:sldIdLst>
            <p14:sldId id="2564"/>
            <p14:sldId id="2565"/>
          </p14:sldIdLst>
        </p14:section>
        <p14:section name="Core Hiring Strategies for Scaling" id="{79AC538C-989E-4B70-8EB1-EE002DF5A4EE}">
          <p14:sldIdLst>
            <p14:sldId id="2566"/>
            <p14:sldId id="2567"/>
          </p14:sldIdLst>
        </p14:section>
        <p14:section name="Workforce Planning for Growth" id="{79005BF8-ACAE-40B9-8B6F-D150B641B54B}">
          <p14:sldIdLst>
            <p14:sldId id="2568"/>
            <p14:sldId id="2569"/>
          </p14:sldIdLst>
        </p14:section>
        <p14:section name="Standardization in Hiring" id="{09A4CF24-5EF2-4849-AE70-9D3D015DD94B}">
          <p14:sldIdLst>
            <p14:sldId id="2570"/>
            <p14:sldId id="2571"/>
          </p14:sldIdLst>
        </p14:section>
        <p14:section name="Technology in Hiring" id="{5B2A6019-E534-46F4-AE20-E829C76A2EF3}">
          <p14:sldIdLst>
            <p14:sldId id="2572"/>
            <p14:sldId id="2573"/>
          </p14:sldIdLst>
        </p14:section>
        <p14:section name="Employer Branding" id="{62B8424A-04F8-4929-8D68-1044CEA5F88C}">
          <p14:sldIdLst>
            <p14:sldId id="2574"/>
            <p14:sldId id="2575"/>
          </p14:sldIdLst>
        </p14:section>
        <p14:section name="Data-Driven Hiring" id="{482865B6-829C-45D6-ADBF-84B3EFAEDC7C}">
          <p14:sldIdLst>
            <p14:sldId id="2576"/>
            <p14:sldId id="2577"/>
          </p14:sldIdLst>
        </p14:section>
        <p14:section name="Benefits of Scalable Hiring" id="{65B78669-AFA6-4FC4-9D12-31F76206487F}">
          <p14:sldIdLst>
            <p14:sldId id="2578"/>
            <p14:sldId id="2579"/>
          </p14:sldIdLst>
        </p14:section>
        <p14:section name="Conclusion" id="{3365B351-C5EB-4F6D-A17D-E23BC05394D8}">
          <p14:sldIdLst>
            <p14:sldId id="2580"/>
            <p14:sldId id="25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Id8" Type="http://schemas.openxmlformats.org/officeDocument/2006/relationships/slide" Target="slides/slide_A07_5143AF70.xml"/><Relationship Id="rId13" Type="http://schemas.openxmlformats.org/officeDocument/2006/relationships/slide" Target="slides/slide_A0C_F024B48F.xml"/><Relationship Id="rId18" Type="http://schemas.openxmlformats.org/officeDocument/2006/relationships/slide" Target="slides/slide_A11_74DAC520.xml"/><Relationship Id="rId26" Type="http://schemas.openxmlformats.org/officeDocument/2006/relationships/tableStyles" Target="tableStyles.xml"/><Relationship Id="rId3" Type="http://schemas.openxmlformats.org/officeDocument/2006/relationships/slide" Target="slides/slide_A02_4982613F.xml"/><Relationship Id="rId21" Type="http://schemas.openxmlformats.org/officeDocument/2006/relationships/slide" Target="slides/slide_A14_4A97237C.xml"/><Relationship Id="rId7" Type="http://schemas.openxmlformats.org/officeDocument/2006/relationships/slide" Target="slides/slide_A06_AA72500F.xml"/><Relationship Id="rId12" Type="http://schemas.openxmlformats.org/officeDocument/2006/relationships/slide" Target="slides/slide_A0B_5B1425AE.xml"/><Relationship Id="rId17" Type="http://schemas.openxmlformats.org/officeDocument/2006/relationships/slide" Target="slides/slide_A10_72B11D70.xml"/><Relationship Id="rId25" Type="http://schemas.openxmlformats.org/officeDocument/2006/relationships/theme" Target="theme/theme_80000000_B67A617.xml"/><Relationship Id="rId2" Type="http://schemas.openxmlformats.org/officeDocument/2006/relationships/slide" Target="slides/slide_A01_7EC0820D.xml"/><Relationship Id="rId16" Type="http://schemas.openxmlformats.org/officeDocument/2006/relationships/slide" Target="slides/slide_A0F_96EB23F7.xml"/><Relationship Id="rId20" Type="http://schemas.openxmlformats.org/officeDocument/2006/relationships/slide" Target="slides/slide_A13_8B49F6FF.xml"/><Relationship Id="rId1" Type="http://schemas.openxmlformats.org/officeDocument/2006/relationships/slideMaster" Target="slideMasters/slideMaster_80000000_B67A617.xml"/><Relationship Id="rId6" Type="http://schemas.openxmlformats.org/officeDocument/2006/relationships/slide" Target="slides/slide_A05_5AB5C410.xml"/><Relationship Id="rId11" Type="http://schemas.openxmlformats.org/officeDocument/2006/relationships/slide" Target="slides/slide_A0A_E33E0A69.xml"/><Relationship Id="rId24" Type="http://schemas.openxmlformats.org/officeDocument/2006/relationships/presProps" Target="presProps.xml"/><Relationship Id="rId5" Type="http://schemas.openxmlformats.org/officeDocument/2006/relationships/slide" Target="slides/slide_A04_ECF7435.xml"/><Relationship Id="rId15" Type="http://schemas.openxmlformats.org/officeDocument/2006/relationships/slide" Target="slides/slide_A0E_5C049935.xml"/><Relationship Id="rId23" Type="http://schemas.openxmlformats.org/officeDocument/2006/relationships/notesMaster" Target="notesMasters/notesMaster_0_580CD4DA.xml"/><Relationship Id="rId10" Type="http://schemas.openxmlformats.org/officeDocument/2006/relationships/slide" Target="slides/slide_A09_6F8B530D.xml"/><Relationship Id="rId19" Type="http://schemas.openxmlformats.org/officeDocument/2006/relationships/slide" Target="slides/slide_A12_7FBDD6F3.xml"/><Relationship Id="rId4" Type="http://schemas.openxmlformats.org/officeDocument/2006/relationships/slide" Target="slides/slide_A03_5C4A78D5.xml"/><Relationship Id="rId9" Type="http://schemas.openxmlformats.org/officeDocument/2006/relationships/slide" Target="slides/slide_A08_B9E9FA84.xml"/><Relationship Id="rId14" Type="http://schemas.openxmlformats.org/officeDocument/2006/relationships/slide" Target="slides/slide_A0D_36C9C93B.xml"/><Relationship Id="rId22" Type="http://schemas.openxmlformats.org/officeDocument/2006/relationships/slide" Target="slides/slide_A15_4E99E91E.xml"/></Relationships>
</file>

<file path=ppt/notesMasters/_rels/notesMaster_0_580CD4DA.xml.rels><?xml version="1.0" encoding="UTF-8" standalone="yes"?>
<Relationships xmlns="http://schemas.openxmlformats.org/package/2006/relationships"><Relationship Id="rId1" Type="http://schemas.openxmlformats.org/officeDocument/2006/relationships/theme" Target="../theme/theme_0_580CD4DA.xml"/></Relationships>
</file>

<file path=ppt/notesMasters/notesMaster_0_580CD4DA.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24D1E2-3053-4B3D-9559-9FDCE366CB83}" type="datetimeFigureOut">
              <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E28927-39D1-4D83-898A-601CB4F5BF2D}" type="slidenum">
              <a:t/>
            </a:fld>
            <a:endParaRPr lang="en-US"/>
          </a:p>
        </p:txBody>
      </p:sp>
    </p:spTree>
    <p:extLst>
      <p:ext uri="{BB962C8B-B14F-4D97-AF65-F5344CB8AC3E}">
        <p14:creationId xmlns:p14="http://schemas.microsoft.com/office/powerpoint/2010/main" val="1477235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_A0A_E33E0A69.xml.rels><?xml version="1.0" encoding="UTF-8" standalone="yes"?>
<Relationships xmlns="http://schemas.openxmlformats.org/package/2006/relationships"><Relationship Id="rId2" Type="http://schemas.openxmlformats.org/officeDocument/2006/relationships/slide" Target="../slides/slide_A0A_E33E0A69.xml"/><Relationship Id="rId1" Type="http://schemas.openxmlformats.org/officeDocument/2006/relationships/notesMaster" Target="../notesMasters/notesMaster_0_580CD4DA.xml"/></Relationships>
</file>

<file path=ppt/notesSlides/_rels/notesSlide_A0B_5B1425AE.xml.rels><?xml version="1.0" encoding="UTF-8" standalone="yes"?>
<Relationships xmlns="http://schemas.openxmlformats.org/package/2006/relationships"><Relationship Id="rId2" Type="http://schemas.openxmlformats.org/officeDocument/2006/relationships/slide" Target="../slides/slide_A0B_5B1425AE.xml"/><Relationship Id="rId1" Type="http://schemas.openxmlformats.org/officeDocument/2006/relationships/notesMaster" Target="../notesMasters/notesMaster_0_580CD4DA.xml"/></Relationships>
</file>

<file path=ppt/notesSlides/_rels/notesSlide_A0C_F024B48F.xml.rels><?xml version="1.0" encoding="UTF-8" standalone="yes"?>
<Relationships xmlns="http://schemas.openxmlformats.org/package/2006/relationships"><Relationship Id="rId2" Type="http://schemas.openxmlformats.org/officeDocument/2006/relationships/slide" Target="../slides/slide_A0C_F024B48F.xml"/><Relationship Id="rId1" Type="http://schemas.openxmlformats.org/officeDocument/2006/relationships/notesMaster" Target="../notesMasters/notesMaster_0_580CD4DA.xml"/></Relationships>
</file>

<file path=ppt/notesSlides/_rels/notesSlide_A0D_36C9C93B.xml.rels><?xml version="1.0" encoding="UTF-8" standalone="yes"?>
<Relationships xmlns="http://schemas.openxmlformats.org/package/2006/relationships"><Relationship Id="rId2" Type="http://schemas.openxmlformats.org/officeDocument/2006/relationships/slide" Target="../slides/slide_A0D_36C9C93B.xml"/><Relationship Id="rId1" Type="http://schemas.openxmlformats.org/officeDocument/2006/relationships/notesMaster" Target="../notesMasters/notesMaster_0_580CD4DA.xml"/></Relationships>
</file>

<file path=ppt/notesSlides/_rels/notesSlide_A0E_5C049935.xml.rels><?xml version="1.0" encoding="UTF-8" standalone="yes"?>
<Relationships xmlns="http://schemas.openxmlformats.org/package/2006/relationships"><Relationship Id="rId2" Type="http://schemas.openxmlformats.org/officeDocument/2006/relationships/slide" Target="../slides/slide_A0E_5C049935.xml"/><Relationship Id="rId1" Type="http://schemas.openxmlformats.org/officeDocument/2006/relationships/notesMaster" Target="../notesMasters/notesMaster_0_580CD4DA.xml"/></Relationships>
</file>

<file path=ppt/notesSlides/_rels/notesSlide_A0F_96EB23F7.xml.rels><?xml version="1.0" encoding="UTF-8" standalone="yes"?>
<Relationships xmlns="http://schemas.openxmlformats.org/package/2006/relationships"><Relationship Id="rId2" Type="http://schemas.openxmlformats.org/officeDocument/2006/relationships/slide" Target="../slides/slide_A0F_96EB23F7.xml"/><Relationship Id="rId1" Type="http://schemas.openxmlformats.org/officeDocument/2006/relationships/notesMaster" Target="../notesMasters/notesMaster_0_580CD4DA.xml"/></Relationships>
</file>

<file path=ppt/notesSlides/_rels/notesSlide_A01_7EC0820D.xml.rels><?xml version="1.0" encoding="UTF-8" standalone="yes"?>
<Relationships xmlns="http://schemas.openxmlformats.org/package/2006/relationships"><Relationship Id="rId2" Type="http://schemas.openxmlformats.org/officeDocument/2006/relationships/slide" Target="../slides/slide_A01_7EC0820D.xml"/><Relationship Id="rId1" Type="http://schemas.openxmlformats.org/officeDocument/2006/relationships/notesMaster" Target="../notesMasters/notesMaster_0_580CD4DA.xml"/></Relationships>
</file>

<file path=ppt/notesSlides/_rels/notesSlide_A02_4982613F.xml.rels><?xml version="1.0" encoding="UTF-8" standalone="yes"?>
<Relationships xmlns="http://schemas.openxmlformats.org/package/2006/relationships"><Relationship Id="rId2" Type="http://schemas.openxmlformats.org/officeDocument/2006/relationships/slide" Target="../slides/slide_A02_4982613F.xml"/><Relationship Id="rId1" Type="http://schemas.openxmlformats.org/officeDocument/2006/relationships/notesMaster" Target="../notesMasters/notesMaster_0_580CD4DA.xml"/></Relationships>
</file>

<file path=ppt/notesSlides/_rels/notesSlide_A03_5C4A78D5.xml.rels><?xml version="1.0" encoding="UTF-8" standalone="yes"?>
<Relationships xmlns="http://schemas.openxmlformats.org/package/2006/relationships"><Relationship Id="rId2" Type="http://schemas.openxmlformats.org/officeDocument/2006/relationships/slide" Target="../slides/slide_A03_5C4A78D5.xml"/><Relationship Id="rId1" Type="http://schemas.openxmlformats.org/officeDocument/2006/relationships/notesMaster" Target="../notesMasters/notesMaster_0_580CD4DA.xml"/></Relationships>
</file>

<file path=ppt/notesSlides/_rels/notesSlide_A04_ECF7435.xml.rels><?xml version="1.0" encoding="UTF-8" standalone="yes"?>
<Relationships xmlns="http://schemas.openxmlformats.org/package/2006/relationships"><Relationship Id="rId2" Type="http://schemas.openxmlformats.org/officeDocument/2006/relationships/slide" Target="../slides/slide_A04_ECF7435.xml"/><Relationship Id="rId1" Type="http://schemas.openxmlformats.org/officeDocument/2006/relationships/notesMaster" Target="../notesMasters/notesMaster_0_580CD4DA.xml"/></Relationships>
</file>

<file path=ppt/notesSlides/_rels/notesSlide_A05_5AB5C410.xml.rels><?xml version="1.0" encoding="UTF-8" standalone="yes"?>
<Relationships xmlns="http://schemas.openxmlformats.org/package/2006/relationships"><Relationship Id="rId2" Type="http://schemas.openxmlformats.org/officeDocument/2006/relationships/slide" Target="../slides/slide_A05_5AB5C410.xml"/><Relationship Id="rId1" Type="http://schemas.openxmlformats.org/officeDocument/2006/relationships/notesMaster" Target="../notesMasters/notesMaster_0_580CD4DA.xml"/></Relationships>
</file>

<file path=ppt/notesSlides/_rels/notesSlide_A06_AA72500F.xml.rels><?xml version="1.0" encoding="UTF-8" standalone="yes"?>
<Relationships xmlns="http://schemas.openxmlformats.org/package/2006/relationships"><Relationship Id="rId2" Type="http://schemas.openxmlformats.org/officeDocument/2006/relationships/slide" Target="../slides/slide_A06_AA72500F.xml"/><Relationship Id="rId1" Type="http://schemas.openxmlformats.org/officeDocument/2006/relationships/notesMaster" Target="../notesMasters/notesMaster_0_580CD4DA.xml"/></Relationships>
</file>

<file path=ppt/notesSlides/_rels/notesSlide_A07_5143AF70.xml.rels><?xml version="1.0" encoding="UTF-8" standalone="yes"?>
<Relationships xmlns="http://schemas.openxmlformats.org/package/2006/relationships"><Relationship Id="rId2" Type="http://schemas.openxmlformats.org/officeDocument/2006/relationships/slide" Target="../slides/slide_A07_5143AF70.xml"/><Relationship Id="rId1" Type="http://schemas.openxmlformats.org/officeDocument/2006/relationships/notesMaster" Target="../notesMasters/notesMaster_0_580CD4DA.xml"/></Relationships>
</file>

<file path=ppt/notesSlides/_rels/notesSlide_A08_B9E9FA84.xml.rels><?xml version="1.0" encoding="UTF-8" standalone="yes"?>
<Relationships xmlns="http://schemas.openxmlformats.org/package/2006/relationships"><Relationship Id="rId2" Type="http://schemas.openxmlformats.org/officeDocument/2006/relationships/slide" Target="../slides/slide_A08_B9E9FA84.xml"/><Relationship Id="rId1" Type="http://schemas.openxmlformats.org/officeDocument/2006/relationships/notesMaster" Target="../notesMasters/notesMaster_0_580CD4DA.xml"/></Relationships>
</file>

<file path=ppt/notesSlides/_rels/notesSlide_A09_6F8B530D.xml.rels><?xml version="1.0" encoding="UTF-8" standalone="yes"?>
<Relationships xmlns="http://schemas.openxmlformats.org/package/2006/relationships"><Relationship Id="rId2" Type="http://schemas.openxmlformats.org/officeDocument/2006/relationships/slide" Target="../slides/slide_A09_6F8B530D.xml"/><Relationship Id="rId1" Type="http://schemas.openxmlformats.org/officeDocument/2006/relationships/notesMaster" Target="../notesMasters/notesMaster_0_580CD4DA.xml"/></Relationships>
</file>

<file path=ppt/notesSlides/_rels/notesSlide_A10_72B11D70.xml.rels><?xml version="1.0" encoding="UTF-8" standalone="yes"?>
<Relationships xmlns="http://schemas.openxmlformats.org/package/2006/relationships"><Relationship Id="rId2" Type="http://schemas.openxmlformats.org/officeDocument/2006/relationships/slide" Target="../slides/slide_A10_72B11D70.xml"/><Relationship Id="rId1" Type="http://schemas.openxmlformats.org/officeDocument/2006/relationships/notesMaster" Target="../notesMasters/notesMaster_0_580CD4DA.xml"/></Relationships>
</file>

<file path=ppt/notesSlides/_rels/notesSlide_A11_74DAC520.xml.rels><?xml version="1.0" encoding="UTF-8" standalone="yes"?>
<Relationships xmlns="http://schemas.openxmlformats.org/package/2006/relationships"><Relationship Id="rId2" Type="http://schemas.openxmlformats.org/officeDocument/2006/relationships/slide" Target="../slides/slide_A11_74DAC520.xml"/><Relationship Id="rId1" Type="http://schemas.openxmlformats.org/officeDocument/2006/relationships/notesMaster" Target="../notesMasters/notesMaster_0_580CD4DA.xml"/></Relationships>
</file>

<file path=ppt/notesSlides/_rels/notesSlide_A12_7FBDD6F3.xml.rels><?xml version="1.0" encoding="UTF-8" standalone="yes"?>
<Relationships xmlns="http://schemas.openxmlformats.org/package/2006/relationships"><Relationship Id="rId2" Type="http://schemas.openxmlformats.org/officeDocument/2006/relationships/slide" Target="../slides/slide_A12_7FBDD6F3.xml"/><Relationship Id="rId1" Type="http://schemas.openxmlformats.org/officeDocument/2006/relationships/notesMaster" Target="../notesMasters/notesMaster_0_580CD4DA.xml"/></Relationships>
</file>

<file path=ppt/notesSlides/_rels/notesSlide_A13_8B49F6FF.xml.rels><?xml version="1.0" encoding="UTF-8" standalone="yes"?>
<Relationships xmlns="http://schemas.openxmlformats.org/package/2006/relationships"><Relationship Id="rId2" Type="http://schemas.openxmlformats.org/officeDocument/2006/relationships/slide" Target="../slides/slide_A13_8B49F6FF.xml"/><Relationship Id="rId1" Type="http://schemas.openxmlformats.org/officeDocument/2006/relationships/notesMaster" Target="../notesMasters/notesMaster_0_580CD4DA.xml"/></Relationships>
</file>

<file path=ppt/notesSlides/_rels/notesSlide_A14_4A97237C.xml.rels><?xml version="1.0" encoding="UTF-8" standalone="yes"?>
<Relationships xmlns="http://schemas.openxmlformats.org/package/2006/relationships"><Relationship Id="rId2" Type="http://schemas.openxmlformats.org/officeDocument/2006/relationships/slide" Target="../slides/slide_A14_4A97237C.xml"/><Relationship Id="rId1" Type="http://schemas.openxmlformats.org/officeDocument/2006/relationships/notesMaster" Target="../notesMasters/notesMaster_0_580CD4DA.xml"/></Relationships>
</file>

<file path=ppt/notesSlides/_rels/notesSlide_A15_4E99E91E.xml.rels><?xml version="1.0" encoding="UTF-8" standalone="yes"?>
<Relationships xmlns="http://schemas.openxmlformats.org/package/2006/relationships"><Relationship Id="rId2" Type="http://schemas.openxmlformats.org/officeDocument/2006/relationships/slide" Target="../slides/slide_A15_4E99E91E.xml"/><Relationship Id="rId1" Type="http://schemas.openxmlformats.org/officeDocument/2006/relationships/notesMaster" Target="../notesMasters/notesMaster_0_580CD4DA.xml"/></Relationships>
</file>

<file path=ppt/notesSlides/notesSlide_A0A_E33E0A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https://recruitryte.com/blog/scalable-hiring-strategy-tools-for-hiring/
Strategy 2: Standardized Hiring Processes
</a:t>
            </a:r>
          </a:p>
        </p:txBody>
      </p:sp>
      <p:sp>
        <p:nvSpPr>
          <p:cNvPr id="4" name="Slide Number Placeholder 3"/>
          <p:cNvSpPr>
            <a:spLocks noGrp="1"/>
          </p:cNvSpPr>
          <p:nvPr>
            <p:ph type="sldNum" sz="quarter" idx="5"/>
          </p:nvPr>
        </p:nvSpPr>
        <p:spPr/>
        <p:txBody>
          <a:bodyPr/>
          <a:lstStyle/>
          <a:p>
            <a:fld id="{E30F31DD-C515-4722-8399-873F3E4827A7}" type="slidenum">
              <a:t/>
            </a:fld>
            <a:endParaRPr lang="en-US"/>
          </a:p>
        </p:txBody>
      </p:sp>
    </p:spTree>
    <p:extLst>
      <p:ext uri="{BB962C8B-B14F-4D97-AF65-F5344CB8AC3E}">
        <p14:creationId xmlns:p14="http://schemas.microsoft.com/office/powerpoint/2010/main" val="202268684"/>
      </p:ext>
    </p:extLst>
  </p:cSld>
  <p:clrMapOvr>
    <a:masterClrMapping/>
  </p:clrMapOvr>
</p:notes>
</file>

<file path=ppt/notesSlides/notesSlide_A0B_5B1425A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https://recruitryte.com/blog/scalable-hiring-strategy-tools-for-hiring/
Standardizing hiring processes is essential for maintaining consistency and efficiency as an organization scales. This strategy involves creating repeatable workflows for key recruitment activities, such as job descriptions, candidate screening, interviews, and evaluation. By standardizing these processes, companies can ensure that all candidates are assessed using the same criteria, reducing bias and improving decision-making. Standardization also helps streamline recruitment operations, making it easier to onboard new recruiters and maintain a consistent candidate experience. For example, using templates for job descriptions and interview scorecards ensures that information is presented clearly and consistently across different roles and departments. Additionally, standardized processes enable organizations to scale their hiring efforts without sacrificing quality, as they provide a clear framework that can be applied across multiple positions. This approach not only saves time and resources but also enhances the overall effectiveness of the recruitment function, supporting long-term business growth.
</a:t>
            </a:r>
          </a:p>
        </p:txBody>
      </p:sp>
      <p:sp>
        <p:nvSpPr>
          <p:cNvPr id="4" name="Slide Number Placeholder 3"/>
          <p:cNvSpPr>
            <a:spLocks noGrp="1"/>
          </p:cNvSpPr>
          <p:nvPr>
            <p:ph type="sldNum" sz="quarter" idx="5"/>
          </p:nvPr>
        </p:nvSpPr>
        <p:spPr/>
        <p:txBody>
          <a:bodyPr/>
          <a:lstStyle/>
          <a:p>
            <a:fld id="{E30F31DD-C515-4722-8399-873F3E4827A7}" type="slidenum">
              <a:t/>
            </a:fld>
            <a:endParaRPr lang="en-US"/>
          </a:p>
        </p:txBody>
      </p:sp>
    </p:spTree>
    <p:extLst>
      <p:ext uri="{BB962C8B-B14F-4D97-AF65-F5344CB8AC3E}">
        <p14:creationId xmlns:p14="http://schemas.microsoft.com/office/powerpoint/2010/main" val="795176088"/>
      </p:ext>
    </p:extLst>
  </p:cSld>
  <p:clrMapOvr>
    <a:masterClrMapping/>
  </p:clrMapOvr>
</p:notes>
</file>

<file path=ppt/notesSlides/notesSlide_A0C_F024B48F.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https://recruitryte.com/blog/scalable-hiring-strategy-tools-for-hiring/,https://rentarecruiter.com/scale-hiring-process-business-growth/
Strategy 3: Technology Adoption
</a:t>
            </a:r>
          </a:p>
        </p:txBody>
      </p:sp>
      <p:sp>
        <p:nvSpPr>
          <p:cNvPr id="4" name="Slide Number Placeholder 3"/>
          <p:cNvSpPr>
            <a:spLocks noGrp="1"/>
          </p:cNvSpPr>
          <p:nvPr>
            <p:ph type="sldNum" sz="quarter" idx="5"/>
          </p:nvPr>
        </p:nvSpPr>
        <p:spPr/>
        <p:txBody>
          <a:bodyPr/>
          <a:lstStyle/>
          <a:p>
            <a:fld id="{E30F31DD-C515-4722-8399-873F3E4827A7}" type="slidenum">
              <a:t/>
            </a:fld>
            <a:endParaRPr lang="en-US"/>
          </a:p>
        </p:txBody>
      </p:sp>
    </p:spTree>
    <p:extLst>
      <p:ext uri="{BB962C8B-B14F-4D97-AF65-F5344CB8AC3E}">
        <p14:creationId xmlns:p14="http://schemas.microsoft.com/office/powerpoint/2010/main" val="1242272297"/>
      </p:ext>
    </p:extLst>
  </p:cSld>
  <p:clrMapOvr>
    <a:masterClrMapping/>
  </p:clrMapOvr>
</p:notes>
</file>

<file path=ppt/notesSlides/notesSlide_A0D_36C9C93B.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https://recruitryte.com/blog/scalable-hiring-strategy-tools-for-hiring/,https://rentarecruiter.com/scale-hiring-process-business-growth/
Technology plays a critical role in enabling scalable hiring by automating repetitive tasks and providing valuable insights into recruitment processes. The use of Applicant Tracking Systems (ATS) allows organizations to manage job postings, track candidates, and streamline communication, all within a centralized platform. Automation tools can handle tasks such as resume screening, interview scheduling, and candidate communication, significantly reducing manual effort and increasing efficiency. Additionally, analytics dashboards provide real-time data on key recruitment metrics, helping organizations identify bottlenecks and optimize their hiring processes. By leveraging technology, companies can handle large volumes of applications without compromising quality or candidate experience. Furthermore, technology enables better collaboration among hiring teams, ensuring that all stakeholders are aligned and informed throughout the recruitment process. Overall, adopting modern hiring tools is essential for building a scalable recruitment system that can support business growth and maintain competitive advantage in a rapidly changing market.
</a:t>
            </a:r>
          </a:p>
        </p:txBody>
      </p:sp>
      <p:sp>
        <p:nvSpPr>
          <p:cNvPr id="4" name="Slide Number Placeholder 3"/>
          <p:cNvSpPr>
            <a:spLocks noGrp="1"/>
          </p:cNvSpPr>
          <p:nvPr>
            <p:ph type="sldNum" sz="quarter" idx="5"/>
          </p:nvPr>
        </p:nvSpPr>
        <p:spPr/>
        <p:txBody>
          <a:bodyPr/>
          <a:lstStyle/>
          <a:p>
            <a:fld id="{E30F31DD-C515-4722-8399-873F3E4827A7}" type="slidenum">
              <a:t/>
            </a:fld>
            <a:endParaRPr lang="en-US"/>
          </a:p>
        </p:txBody>
      </p:sp>
    </p:spTree>
    <p:extLst>
      <p:ext uri="{BB962C8B-B14F-4D97-AF65-F5344CB8AC3E}">
        <p14:creationId xmlns:p14="http://schemas.microsoft.com/office/powerpoint/2010/main" val="2227665227"/>
      </p:ext>
    </p:extLst>
  </p:cSld>
  <p:clrMapOvr>
    <a:masterClrMapping/>
  </p:clrMapOvr>
</p:notes>
</file>

<file path=ppt/notesSlides/notesSlide_A0E_5C0499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https://acumont.com/recruitment-strategy-plan-a-complete-framework-for-scalable-hiring/,https://www.zamdit.com/blog/how-to-create-a-scalable-hiring-strategy-for-growing
Strategy 4: Building Employer Brand
</a:t>
            </a:r>
          </a:p>
        </p:txBody>
      </p:sp>
      <p:sp>
        <p:nvSpPr>
          <p:cNvPr id="4" name="Slide Number Placeholder 3"/>
          <p:cNvSpPr>
            <a:spLocks noGrp="1"/>
          </p:cNvSpPr>
          <p:nvPr>
            <p:ph type="sldNum" sz="quarter" idx="5"/>
          </p:nvPr>
        </p:nvSpPr>
        <p:spPr/>
        <p:txBody>
          <a:bodyPr/>
          <a:lstStyle/>
          <a:p>
            <a:fld id="{E30F31DD-C515-4722-8399-873F3E4827A7}" type="slidenum">
              <a:t/>
            </a:fld>
            <a:endParaRPr lang="en-US"/>
          </a:p>
        </p:txBody>
      </p:sp>
    </p:spTree>
    <p:extLst>
      <p:ext uri="{BB962C8B-B14F-4D97-AF65-F5344CB8AC3E}">
        <p14:creationId xmlns:p14="http://schemas.microsoft.com/office/powerpoint/2010/main" val="3010597764"/>
      </p:ext>
    </p:extLst>
  </p:cSld>
  <p:clrMapOvr>
    <a:masterClrMapping/>
  </p:clrMapOvr>
</p:notes>
</file>

<file path=ppt/notesSlides/notesSlide_A0F_96EB23F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https://acumont.com/recruitment-strategy-plan-a-complete-framework-for-scalable-hiring/,https://www.zamdit.com/blog/how-to-create-a-scalable-hiring-strategy-for-growing
Employer branding is a powerful strategy for attracting high-quality talent and supporting business scaling. A strong employer brand communicates the company’s values, culture, and growth opportunities, making it more appealing to potential candidates. In a competitive job market, organizations with a well-defined employer brand are more likely to attract skilled professionals who align with their vision and goals. Employer branding involves showcasing company culture through various channels, such as social media, career pages, and employee testimonials. It also includes creating compelling job descriptions that highlight the benefits of working for the organization. By investing in employer branding, companies can build a positive reputation that attracts candidates even before positions become available. This proactive approach reduces dependency on reactive hiring and helps maintain a steady pipeline of talent. Ultimately, a strong employer brand enhances the overall recruitment process, improves candidate experience, and contributes to sustainable business growth by ensuring a consistent inflow of top talent.
</a:t>
            </a:r>
          </a:p>
        </p:txBody>
      </p:sp>
      <p:sp>
        <p:nvSpPr>
          <p:cNvPr id="4" name="Slide Number Placeholder 3"/>
          <p:cNvSpPr>
            <a:spLocks noGrp="1"/>
          </p:cNvSpPr>
          <p:nvPr>
            <p:ph type="sldNum" sz="quarter" idx="5"/>
          </p:nvPr>
        </p:nvSpPr>
        <p:spPr/>
        <p:txBody>
          <a:bodyPr/>
          <a:lstStyle/>
          <a:p>
            <a:fld id="{E30F31DD-C515-4722-8399-873F3E4827A7}" type="slidenum">
              <a:t/>
            </a:fld>
            <a:endParaRPr lang="en-US"/>
          </a:p>
        </p:txBody>
      </p:sp>
    </p:spTree>
    <p:extLst>
      <p:ext uri="{BB962C8B-B14F-4D97-AF65-F5344CB8AC3E}">
        <p14:creationId xmlns:p14="http://schemas.microsoft.com/office/powerpoint/2010/main" val="153432787"/>
      </p:ext>
    </p:extLst>
  </p:cSld>
  <p:clrMapOvr>
    <a:masterClrMapping/>
  </p:clrMapOvr>
</p:notes>
</file>

<file path=ppt/notesSlides/notesSlide_A01_7EC0820D.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E30F31DD-C515-4722-8399-873F3E4827A7}" type="slidenum">
              <a:t/>
            </a:fld>
            <a:endParaRPr lang="en-US"/>
          </a:p>
        </p:txBody>
      </p:sp>
    </p:spTree>
    <p:extLst>
      <p:ext uri="{BB962C8B-B14F-4D97-AF65-F5344CB8AC3E}">
        <p14:creationId xmlns:p14="http://schemas.microsoft.com/office/powerpoint/2010/main" val="3663329925"/>
      </p:ext>
    </p:extLst>
  </p:cSld>
  <p:clrMapOvr>
    <a:masterClrMapping/>
  </p:clrMapOvr>
</p:notes>
</file>

<file path=ppt/notesSlides/notesSlide_A02_4982613F.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https://recruitryte.com/blog/scalable-hiring-strategy-tools-for-hiring/,https://rentarecruiter.com/scale-hiring-process-business-growth/
What is Scaling Hiring?
</a:t>
            </a:r>
          </a:p>
        </p:txBody>
      </p:sp>
      <p:sp>
        <p:nvSpPr>
          <p:cNvPr id="4" name="Slide Number Placeholder 3"/>
          <p:cNvSpPr>
            <a:spLocks noGrp="1"/>
          </p:cNvSpPr>
          <p:nvPr>
            <p:ph type="sldNum" sz="quarter" idx="5"/>
          </p:nvPr>
        </p:nvSpPr>
        <p:spPr/>
        <p:txBody>
          <a:bodyPr/>
          <a:lstStyle/>
          <a:p>
            <a:fld id="{E30F31DD-C515-4722-8399-873F3E4827A7}" type="slidenum">
              <a:t/>
            </a:fld>
            <a:endParaRPr lang="en-US"/>
          </a:p>
        </p:txBody>
      </p:sp>
    </p:spTree>
    <p:extLst>
      <p:ext uri="{BB962C8B-B14F-4D97-AF65-F5344CB8AC3E}">
        <p14:creationId xmlns:p14="http://schemas.microsoft.com/office/powerpoint/2010/main" val="2127265061"/>
      </p:ext>
    </p:extLst>
  </p:cSld>
  <p:clrMapOvr>
    <a:masterClrMapping/>
  </p:clrMapOvr>
</p:notes>
</file>

<file path=ppt/notesSlides/notesSlide_A03_5C4A78D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https://recruitryte.com/blog/scalable-hiring-strategy-tools-for-hiring/,https://rentarecruiter.com/scale-hiring-process-business-growth/
Scaling hiring refers to the process of recruiting employees in alignment with an organization’s rapid growth objectives while maintaining efficiency, consistency, and quality. As companies transition from small teams to larger enterprises, their hiring practices must evolve from informal, ad-hoc methods to structured systems capable of handling increased demand. This shift is critical because scaling hiring is not just about hiring more people—it is about hiring the right people at the right time to support business expansion. Organizations that fail to scale their hiring processes effectively often experience bottlenecks, reduced productivity, and poor employee retention. To address these challenges, companies need to focus on creating repeatable processes, leveraging technology, and maintaining standards across recruitment activities. A scalable hiring strategy ensures that businesses can respond to market opportunities quickly without compromising the quality of talent. Moreover, it supports long-term growth by aligning hiring goals with business objectives, ensuring that each new hire contributes meaningfully to organizational success.
</a:t>
            </a:r>
          </a:p>
        </p:txBody>
      </p:sp>
      <p:sp>
        <p:nvSpPr>
          <p:cNvPr id="4" name="Slide Number Placeholder 3"/>
          <p:cNvSpPr>
            <a:spLocks noGrp="1"/>
          </p:cNvSpPr>
          <p:nvPr>
            <p:ph type="sldNum" sz="quarter" idx="5"/>
          </p:nvPr>
        </p:nvSpPr>
        <p:spPr/>
        <p:txBody>
          <a:bodyPr/>
          <a:lstStyle/>
          <a:p>
            <a:fld id="{E30F31DD-C515-4722-8399-873F3E4827A7}" type="slidenum">
              <a:t/>
            </a:fld>
            <a:endParaRPr lang="en-US"/>
          </a:p>
        </p:txBody>
      </p:sp>
    </p:spTree>
    <p:extLst>
      <p:ext uri="{BB962C8B-B14F-4D97-AF65-F5344CB8AC3E}">
        <p14:creationId xmlns:p14="http://schemas.microsoft.com/office/powerpoint/2010/main" val="1275378887"/>
      </p:ext>
    </p:extLst>
  </p:cSld>
  <p:clrMapOvr>
    <a:masterClrMapping/>
  </p:clrMapOvr>
</p:notes>
</file>

<file path=ppt/notesSlides/notesSlide_A04_ECF74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https://soteriahr.com/what-is-recruitment-strategy/,https://www.avomind.com/post/how-growing-companies-can-build-a-scalable-hiring-strategy
Why Hiring Strategy Matters
</a:t>
            </a:r>
          </a:p>
        </p:txBody>
      </p:sp>
      <p:sp>
        <p:nvSpPr>
          <p:cNvPr id="4" name="Slide Number Placeholder 3"/>
          <p:cNvSpPr>
            <a:spLocks noGrp="1"/>
          </p:cNvSpPr>
          <p:nvPr>
            <p:ph type="sldNum" sz="quarter" idx="5"/>
          </p:nvPr>
        </p:nvSpPr>
        <p:spPr/>
        <p:txBody>
          <a:bodyPr/>
          <a:lstStyle/>
          <a:p>
            <a:fld id="{E30F31DD-C515-4722-8399-873F3E4827A7}" type="slidenum">
              <a:t/>
            </a:fld>
            <a:endParaRPr lang="en-US"/>
          </a:p>
        </p:txBody>
      </p:sp>
    </p:spTree>
    <p:extLst>
      <p:ext uri="{BB962C8B-B14F-4D97-AF65-F5344CB8AC3E}">
        <p14:creationId xmlns:p14="http://schemas.microsoft.com/office/powerpoint/2010/main" val="1315083799"/>
      </p:ext>
    </p:extLst>
  </p:cSld>
  <p:clrMapOvr>
    <a:masterClrMapping/>
  </p:clrMapOvr>
</p:notes>
</file>

<file path=ppt/notesSlides/notesSlide_A05_5AB5C4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https://soteriahr.com/what-is-recruitment-strategy/,https://www.avomind.com/post/how-growing-companies-can-build-a-scalable-hiring-strategy
A well-defined hiring strategy plays a crucial role in supporting business growth and ensuring long-term success. Without a structured approach, companies often face challenges such as inconsistent hiring decisions, prolonged recruitment cycles, and poor candidate experiences. These issues can lead to high turnover rates and reduced productivity, ultimately impacting the overall performance of the organization. A strategic hiring approach aligns talent acquisition with business goals, ensuring that every hire contributes to the company’s growth trajectory. It also helps organizations maintain consistency in recruitment practices, improve decision-making, and enhance the candidate experience. Additionally, a robust hiring strategy enables businesses to forecast future talent needs, identify skill gaps, and proactively build a pipeline of qualified candidates. By implementing structured processes and leveraging data-driven insights, organizations can optimize their hiring practices and achieve better outcomes. Ultimately, an effective hiring strategy ensures that companies have the right people in place to execute their business plans and drive sustainable growth in a competitive market.
</a:t>
            </a:r>
          </a:p>
        </p:txBody>
      </p:sp>
      <p:sp>
        <p:nvSpPr>
          <p:cNvPr id="4" name="Slide Number Placeholder 3"/>
          <p:cNvSpPr>
            <a:spLocks noGrp="1"/>
          </p:cNvSpPr>
          <p:nvPr>
            <p:ph type="sldNum" sz="quarter" idx="5"/>
          </p:nvPr>
        </p:nvSpPr>
        <p:spPr/>
        <p:txBody>
          <a:bodyPr/>
          <a:lstStyle/>
          <a:p>
            <a:fld id="{E30F31DD-C515-4722-8399-873F3E4827A7}" type="slidenum">
              <a:t/>
            </a:fld>
            <a:endParaRPr lang="en-US"/>
          </a:p>
        </p:txBody>
      </p:sp>
    </p:spTree>
    <p:extLst>
      <p:ext uri="{BB962C8B-B14F-4D97-AF65-F5344CB8AC3E}">
        <p14:creationId xmlns:p14="http://schemas.microsoft.com/office/powerpoint/2010/main" val="801409193"/>
      </p:ext>
    </p:extLst>
  </p:cSld>
  <p:clrMapOvr>
    <a:masterClrMapping/>
  </p:clrMapOvr>
</p:notes>
</file>

<file path=ppt/notesSlides/notesSlide_A06_AA72500F.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https://www.zamdit.com/blog/how-to-create-a-scalable-hiring-strategy-for-growing,https://incruiter.com/blog/steps-to-build-a-scalable-recruitment-process-in-2025/
Key Hiring Strategies
</a:t>
            </a:r>
          </a:p>
        </p:txBody>
      </p:sp>
      <p:sp>
        <p:nvSpPr>
          <p:cNvPr id="4" name="Slide Number Placeholder 3"/>
          <p:cNvSpPr>
            <a:spLocks noGrp="1"/>
          </p:cNvSpPr>
          <p:nvPr>
            <p:ph type="sldNum" sz="quarter" idx="5"/>
          </p:nvPr>
        </p:nvSpPr>
        <p:spPr/>
        <p:txBody>
          <a:bodyPr/>
          <a:lstStyle/>
          <a:p>
            <a:fld id="{E30F31DD-C515-4722-8399-873F3E4827A7}" type="slidenum">
              <a:t/>
            </a:fld>
            <a:endParaRPr lang="en-US"/>
          </a:p>
        </p:txBody>
      </p:sp>
    </p:spTree>
    <p:extLst>
      <p:ext uri="{BB962C8B-B14F-4D97-AF65-F5344CB8AC3E}">
        <p14:creationId xmlns:p14="http://schemas.microsoft.com/office/powerpoint/2010/main" val="2567723323"/>
      </p:ext>
    </p:extLst>
  </p:cSld>
  <p:clrMapOvr>
    <a:masterClrMapping/>
  </p:clrMapOvr>
</p:notes>
</file>

<file path=ppt/notesSlides/notesSlide_A07_5143AF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https://www.zamdit.com/blog/how-to-create-a-scalable-hiring-strategy-for-growing,https://incruiter.com/blog/steps-to-build-a-scalable-recruitment-process-in-2025/
To support business scaling, organizations must adopt a set of core hiring strategies that enable them to handle increasing recruitment demands efficiently. One of the most important strategies is workforce planning, which involves forecasting future hiring needs based on business growth projections. This helps companies prepare for expansion and avoid reactive hiring. Another critical strategy is standardizing hiring workflows to ensure consistency across recruitment processes, including job descriptions, interview stages, and evaluation criteria. Data-driven decision-making is also essential, as it allows organizations to track key metrics such as time-to-hire and cost-per-hire, identify bottlenecks, and optimize processes. Additionally, building a strong talent pipeline ensures that companies have access to qualified candidates even before positions become available. These strategies collectively create a scalable hiring system that can adapt to changing business needs. By implementing these approaches, organizations can improve efficiency, reduce hiring costs, and maintain high-quality standards, ultimately supporting sustainable growth and competitive advantage.
</a:t>
            </a:r>
          </a:p>
        </p:txBody>
      </p:sp>
      <p:sp>
        <p:nvSpPr>
          <p:cNvPr id="4" name="Slide Number Placeholder 3"/>
          <p:cNvSpPr>
            <a:spLocks noGrp="1"/>
          </p:cNvSpPr>
          <p:nvPr>
            <p:ph type="sldNum" sz="quarter" idx="5"/>
          </p:nvPr>
        </p:nvSpPr>
        <p:spPr/>
        <p:txBody>
          <a:bodyPr/>
          <a:lstStyle/>
          <a:p>
            <a:fld id="{E30F31DD-C515-4722-8399-873F3E4827A7}" type="slidenum">
              <a:t/>
            </a:fld>
            <a:endParaRPr lang="en-US"/>
          </a:p>
        </p:txBody>
      </p:sp>
    </p:spTree>
    <p:extLst>
      <p:ext uri="{BB962C8B-B14F-4D97-AF65-F5344CB8AC3E}">
        <p14:creationId xmlns:p14="http://schemas.microsoft.com/office/powerpoint/2010/main" val="3253238993"/>
      </p:ext>
    </p:extLst>
  </p:cSld>
  <p:clrMapOvr>
    <a:masterClrMapping/>
  </p:clrMapOvr>
</p:notes>
</file>

<file path=ppt/notesSlides/notesSlide_A08_B9E9FA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https://www.avomind.com/post/how-growing-companies-can-build-a-scalable-hiring-strategy,https://www.linkedin.com/pulse/how-build-scalable-recruitment-strategy-scale-ups-jamie-little-7gr2e
Strategy 1: Workforce Planning
</a:t>
            </a:r>
          </a:p>
        </p:txBody>
      </p:sp>
      <p:sp>
        <p:nvSpPr>
          <p:cNvPr id="4" name="Slide Number Placeholder 3"/>
          <p:cNvSpPr>
            <a:spLocks noGrp="1"/>
          </p:cNvSpPr>
          <p:nvPr>
            <p:ph type="sldNum" sz="quarter" idx="5"/>
          </p:nvPr>
        </p:nvSpPr>
        <p:spPr/>
        <p:txBody>
          <a:bodyPr/>
          <a:lstStyle/>
          <a:p>
            <a:fld id="{E30F31DD-C515-4722-8399-873F3E4827A7}" type="slidenum">
              <a:t/>
            </a:fld>
            <a:endParaRPr lang="en-US"/>
          </a:p>
        </p:txBody>
      </p:sp>
    </p:spTree>
    <p:extLst>
      <p:ext uri="{BB962C8B-B14F-4D97-AF65-F5344CB8AC3E}">
        <p14:creationId xmlns:p14="http://schemas.microsoft.com/office/powerpoint/2010/main" val="126784945"/>
      </p:ext>
    </p:extLst>
  </p:cSld>
  <p:clrMapOvr>
    <a:masterClrMapping/>
  </p:clrMapOvr>
</p:notes>
</file>

<file path=ppt/notesSlides/notesSlide_A09_6F8B530D.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https://www.avomind.com/post/how-growing-companies-can-build-a-scalable-hiring-strategy,https://www.linkedin.com/pulse/how-build-scalable-recruitment-strategy-scale-ups-jamie-little-7gr2e
Workforce planning is a foundational element of any scalable hiring strategy. It involves analyzing current workforce capabilities, identifying skill gaps, and forecasting future hiring needs based on business objectives. This proactive approach ensures that organizations are prepared to meet their talent requirements as they grow. Effective workforce planning requires collaboration between HR teams and business leaders to align hiring goals with strategic priorities, such as entering new markets or launching new products. By anticipating talent needs, companies can avoid reactive hiring, which often leads to rushed decisions and poor hires. Workforce planning also helps organizations allocate resources effectively, set realistic hiring timelines, and manage budgets. Additionally, it enables businesses to identify critical roles that will have the greatest impact on growth, ensuring that these positions are prioritized during recruitment. Overall, workforce planning provides a clear roadmap for hiring, allowing organizations to scale their talent acquisition efforts in a structured and efficient manner.
</a:t>
            </a:r>
          </a:p>
        </p:txBody>
      </p:sp>
      <p:sp>
        <p:nvSpPr>
          <p:cNvPr id="4" name="Slide Number Placeholder 3"/>
          <p:cNvSpPr>
            <a:spLocks noGrp="1"/>
          </p:cNvSpPr>
          <p:nvPr>
            <p:ph type="sldNum" sz="quarter" idx="5"/>
          </p:nvPr>
        </p:nvSpPr>
        <p:spPr/>
        <p:txBody>
          <a:bodyPr/>
          <a:lstStyle/>
          <a:p>
            <a:fld id="{E30F31DD-C515-4722-8399-873F3E4827A7}" type="slidenum">
              <a:t/>
            </a:fld>
            <a:endParaRPr lang="en-US"/>
          </a:p>
        </p:txBody>
      </p:sp>
    </p:spTree>
    <p:extLst>
      <p:ext uri="{BB962C8B-B14F-4D97-AF65-F5344CB8AC3E}">
        <p14:creationId xmlns:p14="http://schemas.microsoft.com/office/powerpoint/2010/main" val="3360110029"/>
      </p:ext>
    </p:extLst>
  </p:cSld>
  <p:clrMapOvr>
    <a:masterClrMapping/>
  </p:clrMapOvr>
</p:notes>
</file>

<file path=ppt/notesSlides/notesSlide_A10_72B11D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https://rentarecruiter.com/scale-hiring-process-business-growth/,https://incruiter.com/blog/steps-to-build-a-scalable-recruitment-process-in-2025/
Strategy 5: Using Data and Metrics
</a:t>
            </a:r>
          </a:p>
        </p:txBody>
      </p:sp>
      <p:sp>
        <p:nvSpPr>
          <p:cNvPr id="4" name="Slide Number Placeholder 3"/>
          <p:cNvSpPr>
            <a:spLocks noGrp="1"/>
          </p:cNvSpPr>
          <p:nvPr>
            <p:ph type="sldNum" sz="quarter" idx="5"/>
          </p:nvPr>
        </p:nvSpPr>
        <p:spPr/>
        <p:txBody>
          <a:bodyPr/>
          <a:lstStyle/>
          <a:p>
            <a:fld id="{E30F31DD-C515-4722-8399-873F3E4827A7}" type="slidenum">
              <a:t/>
            </a:fld>
            <a:endParaRPr lang="en-US"/>
          </a:p>
        </p:txBody>
      </p:sp>
    </p:spTree>
    <p:extLst>
      <p:ext uri="{BB962C8B-B14F-4D97-AF65-F5344CB8AC3E}">
        <p14:creationId xmlns:p14="http://schemas.microsoft.com/office/powerpoint/2010/main" val="317958842"/>
      </p:ext>
    </p:extLst>
  </p:cSld>
  <p:clrMapOvr>
    <a:masterClrMapping/>
  </p:clrMapOvr>
</p:notes>
</file>

<file path=ppt/notesSlides/notesSlide_A11_74DAC5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https://rentarecruiter.com/scale-hiring-process-business-growth/,https://incruiter.com/blog/steps-to-build-a-scalable-recruitment-process-in-2025/
Data-driven hiring is a critical component of scalable recruitment strategies, enabling organizations to make informed decisions and continuously improve their processes. By tracking key performance indicators such as time-to-hire, cost-per-hire, and candidate conversion rates, companies can identify inefficiencies and optimize their hiring workflows. Data analytics also helps organizations evaluate the effectiveness of different sourcing channels, allowing them to allocate resources more efficiently. Additionally, analyzing candidate data provides insights into hiring trends, helping businesses predict future talent needs and adjust their strategies accordingly. This approach reduces reliance on intuition and minimizes the risk of poor hiring decisions. Furthermore, data-driven hiring supports transparency and accountability, as decisions can be backed by measurable evidence. By leveraging data and analytics, organizations can enhance the quality of their hires, reduce recruitment costs, and improve overall efficiency, making it easier to scale their hiring processes in line with business growth.
</a:t>
            </a:r>
          </a:p>
        </p:txBody>
      </p:sp>
      <p:sp>
        <p:nvSpPr>
          <p:cNvPr id="4" name="Slide Number Placeholder 3"/>
          <p:cNvSpPr>
            <a:spLocks noGrp="1"/>
          </p:cNvSpPr>
          <p:nvPr>
            <p:ph type="sldNum" sz="quarter" idx="5"/>
          </p:nvPr>
        </p:nvSpPr>
        <p:spPr/>
        <p:txBody>
          <a:bodyPr/>
          <a:lstStyle/>
          <a:p>
            <a:fld id="{E30F31DD-C515-4722-8399-873F3E4827A7}" type="slidenum">
              <a:t/>
            </a:fld>
            <a:endParaRPr lang="en-US"/>
          </a:p>
        </p:txBody>
      </p:sp>
    </p:spTree>
    <p:extLst>
      <p:ext uri="{BB962C8B-B14F-4D97-AF65-F5344CB8AC3E}">
        <p14:creationId xmlns:p14="http://schemas.microsoft.com/office/powerpoint/2010/main" val="80630483"/>
      </p:ext>
    </p:extLst>
  </p:cSld>
  <p:clrMapOvr>
    <a:masterClrMapping/>
  </p:clrMapOvr>
</p:notes>
</file>

<file path=ppt/notesSlides/notesSlide_A12_7FBDD6F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https://rentarecruiter.com/scale-hiring-process-business-growth/,https://recruitryte.com/blog/scalable-hiring-strategy-tools-for-hiring/
Benefits of Hiring Strategies
</a:t>
            </a:r>
          </a:p>
        </p:txBody>
      </p:sp>
      <p:sp>
        <p:nvSpPr>
          <p:cNvPr id="4" name="Slide Number Placeholder 3"/>
          <p:cNvSpPr>
            <a:spLocks noGrp="1"/>
          </p:cNvSpPr>
          <p:nvPr>
            <p:ph type="sldNum" sz="quarter" idx="5"/>
          </p:nvPr>
        </p:nvSpPr>
        <p:spPr/>
        <p:txBody>
          <a:bodyPr/>
          <a:lstStyle/>
          <a:p>
            <a:fld id="{E30F31DD-C515-4722-8399-873F3E4827A7}" type="slidenum">
              <a:t/>
            </a:fld>
            <a:endParaRPr lang="en-US"/>
          </a:p>
        </p:txBody>
      </p:sp>
    </p:spTree>
    <p:extLst>
      <p:ext uri="{BB962C8B-B14F-4D97-AF65-F5344CB8AC3E}">
        <p14:creationId xmlns:p14="http://schemas.microsoft.com/office/powerpoint/2010/main" val="2509859915"/>
      </p:ext>
    </p:extLst>
  </p:cSld>
  <p:clrMapOvr>
    <a:masterClrMapping/>
  </p:clrMapOvr>
</p:notes>
</file>

<file path=ppt/notesSlides/notesSlide_A13_8B49F6FF.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https://rentarecruiter.com/scale-hiring-process-business-growth/,https://recruitryte.com/blog/scalable-hiring-strategy-tools-for-hiring/
Implementing scalable hiring strategies offers numerous benefits that contribute to business success and growth. One of the primary advantages is faster recruitment cycles, as structured processes and automation reduce the time required to fill positions. This enables organizations to respond quickly to changing business needs and capitalize on opportunities. Another key benefit is improved hiring quality, as standardized evaluation criteria and data-driven decision-making ensure that candidates are assessed consistently and effectively. Scalable hiring strategies also help reduce recruitment costs by optimizing resource allocation and minimizing inefficiencies. Additionally, they enhance the candidate experience by providing a seamless and transparent recruitment process, which strengthens the employer brand and attracts top talent. Furthermore, scalable hiring supports long-term growth by ensuring that organizations have the right people in place to execute their business strategies. Overall, these benefits make scalable hiring a critical component of successful business expansion.
</a:t>
            </a:r>
          </a:p>
        </p:txBody>
      </p:sp>
      <p:sp>
        <p:nvSpPr>
          <p:cNvPr id="4" name="Slide Number Placeholder 3"/>
          <p:cNvSpPr>
            <a:spLocks noGrp="1"/>
          </p:cNvSpPr>
          <p:nvPr>
            <p:ph type="sldNum" sz="quarter" idx="5"/>
          </p:nvPr>
        </p:nvSpPr>
        <p:spPr/>
        <p:txBody>
          <a:bodyPr/>
          <a:lstStyle/>
          <a:p>
            <a:fld id="{E30F31DD-C515-4722-8399-873F3E4827A7}" type="slidenum">
              <a:t/>
            </a:fld>
            <a:endParaRPr lang="en-US"/>
          </a:p>
        </p:txBody>
      </p:sp>
    </p:spTree>
    <p:extLst>
      <p:ext uri="{BB962C8B-B14F-4D97-AF65-F5344CB8AC3E}">
        <p14:creationId xmlns:p14="http://schemas.microsoft.com/office/powerpoint/2010/main" val="1928474125"/>
      </p:ext>
    </p:extLst>
  </p:cSld>
  <p:clrMapOvr>
    <a:masterClrMapping/>
  </p:clrMapOvr>
</p:notes>
</file>

<file path=ppt/notesSlides/notesSlide_A14_4A97237C.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https://soteriahr.com/what-is-recruitment-strategy/,https://recruitryte.com/blog/scalable-hiring-strategy-tools-for-hiring/
Final Thoughts on Hiring for Scaling
</a:t>
            </a:r>
          </a:p>
        </p:txBody>
      </p:sp>
      <p:sp>
        <p:nvSpPr>
          <p:cNvPr id="4" name="Slide Number Placeholder 3"/>
          <p:cNvSpPr>
            <a:spLocks noGrp="1"/>
          </p:cNvSpPr>
          <p:nvPr>
            <p:ph type="sldNum" sz="quarter" idx="5"/>
          </p:nvPr>
        </p:nvSpPr>
        <p:spPr/>
        <p:txBody>
          <a:bodyPr/>
          <a:lstStyle/>
          <a:p>
            <a:fld id="{E30F31DD-C515-4722-8399-873F3E4827A7}" type="slidenum">
              <a:t/>
            </a:fld>
            <a:endParaRPr lang="en-US"/>
          </a:p>
        </p:txBody>
      </p:sp>
    </p:spTree>
    <p:extLst>
      <p:ext uri="{BB962C8B-B14F-4D97-AF65-F5344CB8AC3E}">
        <p14:creationId xmlns:p14="http://schemas.microsoft.com/office/powerpoint/2010/main" val="2644224619"/>
      </p:ext>
    </p:extLst>
  </p:cSld>
  <p:clrMapOvr>
    <a:masterClrMapping/>
  </p:clrMapOvr>
</p:notes>
</file>

<file path=ppt/notesSlides/notesSlide_A15_4E99E91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https://soteriahr.com/what-is-recruitment-strategy/,https://recruitryte.com/blog/scalable-hiring-strategy-tools-for-hiring/
In conclusion, hiring strategies play a pivotal role in enabling businesses to scale effectively and sustainably. As organizations grow, the need for structured, data-driven, and technology-enabled recruitment processes becomes increasingly important. By implementing strategies such as workforce planning, standardization, technology adoption, employer branding, and data-driven decision-making, companies can build a robust hiring system that supports their growth objectives. These strategies not only improve efficiency and reduce costs but also ensure that the right talent is brought into the organization at the right time. Ultimately, the success of a scaling business depends on its ability to attract, evaluate, and retain high-quality talent. By treating hiring as a strategic function rather than a reactive task, organizations can create a competitive advantage and drive long-term success. The key takeaway is that investing in scalable hiring strategies is essential for building a strong workforce that can support continuous growth and innovation.
</a:t>
            </a:r>
          </a:p>
        </p:txBody>
      </p:sp>
      <p:sp>
        <p:nvSpPr>
          <p:cNvPr id="4" name="Slide Number Placeholder 3"/>
          <p:cNvSpPr>
            <a:spLocks noGrp="1"/>
          </p:cNvSpPr>
          <p:nvPr>
            <p:ph type="sldNum" sz="quarter" idx="5"/>
          </p:nvPr>
        </p:nvSpPr>
        <p:spPr/>
        <p:txBody>
          <a:bodyPr/>
          <a:lstStyle/>
          <a:p>
            <a:fld id="{E30F31DD-C515-4722-8399-873F3E4827A7}" type="slidenum">
              <a:t/>
            </a:fld>
            <a:endParaRPr lang="en-US"/>
          </a:p>
        </p:txBody>
      </p:sp>
    </p:spTree>
    <p:extLst>
      <p:ext uri="{BB962C8B-B14F-4D97-AF65-F5344CB8AC3E}">
        <p14:creationId xmlns:p14="http://schemas.microsoft.com/office/powerpoint/2010/main" val="1396167998"/>
      </p:ext>
    </p:extLst>
  </p:cSld>
  <p:clrMapOvr>
    <a:masterClrMapping/>
  </p:clrMapOvr>
</p:notes>
</file>

<file path=ppt/slideLayouts/_rels/slideLayout_8000000A_6DB02388.xml.rels><?xml version="1.0" encoding="UTF-8" standalone="yes"?>
<Relationships xmlns="http://schemas.openxmlformats.org/package/2006/relationships"><Relationship Id="rId1" Type="http://schemas.openxmlformats.org/officeDocument/2006/relationships/slideMaster" Target="../slideMasters/slideMaster_80000000_B67A617.xml"/></Relationships>
</file>

<file path=ppt/slideLayouts/_rels/slideLayout_8000000B_60FCAEBD.xml.rels><?xml version="1.0" encoding="UTF-8" standalone="yes"?>
<Relationships xmlns="http://schemas.openxmlformats.org/package/2006/relationships"><Relationship Id="rId1" Type="http://schemas.openxmlformats.org/officeDocument/2006/relationships/slideMaster" Target="../slideMasters/slideMaster_80000000_B67A617.xml"/></Relationships>
</file>

<file path=ppt/slideLayouts/_rels/slideLayout_8000001A_BC9D826.xml.rels><?xml version="1.0" encoding="UTF-8" standalone="yes"?>
<Relationships xmlns="http://schemas.openxmlformats.org/package/2006/relationships"><Relationship Id="rId1" Type="http://schemas.openxmlformats.org/officeDocument/2006/relationships/slideMaster" Target="../slideMasters/slideMaster_80000000_B67A617.xml"/></Relationships>
</file>

<file path=ppt/slideLayouts/_rels/slideLayout_8000001B_ED6AA96A.xml.rels><?xml version="1.0" encoding="UTF-8" standalone="yes"?>
<Relationships xmlns="http://schemas.openxmlformats.org/package/2006/relationships"><Relationship Id="rId1" Type="http://schemas.openxmlformats.org/officeDocument/2006/relationships/slideMaster" Target="../slideMasters/slideMaster_80000000_B67A617.xml"/></Relationships>
</file>

<file path=ppt/slideLayouts/_rels/slideLayout_8000001C_60E4499C.xml.rels><?xml version="1.0" encoding="UTF-8" standalone="yes"?>
<Relationships xmlns="http://schemas.openxmlformats.org/package/2006/relationships"><Relationship Id="rId1" Type="http://schemas.openxmlformats.org/officeDocument/2006/relationships/slideMaster" Target="../slideMasters/slideMaster_80000000_B67A617.xml"/></Relationships>
</file>

<file path=ppt/slideLayouts/_rels/slideLayout_8000001D_F8D86346.xml.rels><?xml version="1.0" encoding="UTF-8" standalone="yes"?>
<Relationships xmlns="http://schemas.openxmlformats.org/package/2006/relationships"><Relationship Id="rId1" Type="http://schemas.openxmlformats.org/officeDocument/2006/relationships/slideMaster" Target="../slideMasters/slideMaster_80000000_B67A617.xml"/></Relationships>
</file>

<file path=ppt/slideLayouts/_rels/slideLayout_8000001E_1D086A11.xml.rels><?xml version="1.0" encoding="UTF-8" standalone="yes"?>
<Relationships xmlns="http://schemas.openxmlformats.org/package/2006/relationships"><Relationship Id="rId1" Type="http://schemas.openxmlformats.org/officeDocument/2006/relationships/slideMaster" Target="../slideMasters/slideMaster_80000000_B67A617.xml"/></Relationships>
</file>

<file path=ppt/slideLayouts/_rels/slideLayout_8000001F_E23B2E15.xml.rels><?xml version="1.0" encoding="UTF-8" standalone="yes"?>
<Relationships xmlns="http://schemas.openxmlformats.org/package/2006/relationships"><Relationship Id="rId2" Type="http://schemas.openxmlformats.org/officeDocument/2006/relationships/image" Target="../media/image_852E42E7.jpeg"/><Relationship Id="rId1" Type="http://schemas.openxmlformats.org/officeDocument/2006/relationships/slideMaster" Target="../slideMasters/slideMaster_80000000_B67A617.xml"/></Relationships>
</file>

<file path=ppt/slideLayouts/_rels/slideLayout_8000002A_977D9FC6.xml.rels><?xml version="1.0" encoding="UTF-8" standalone="yes"?>
<Relationships xmlns="http://schemas.openxmlformats.org/package/2006/relationships"><Relationship Id="rId2" Type="http://schemas.openxmlformats.org/officeDocument/2006/relationships/image" Target="../media/image_154F5193.jpeg"/><Relationship Id="rId1" Type="http://schemas.openxmlformats.org/officeDocument/2006/relationships/slideMaster" Target="../slideMasters/slideMaster_80000000_B67A617.xml"/></Relationships>
</file>

<file path=ppt/slideLayouts/_rels/slideLayout_8000002B_532C2EE.xml.rels><?xml version="1.0" encoding="UTF-8" standalone="yes"?>
<Relationships xmlns="http://schemas.openxmlformats.org/package/2006/relationships"><Relationship Id="rId2" Type="http://schemas.openxmlformats.org/officeDocument/2006/relationships/image" Target="../media/image_904B2AF1.jpeg"/><Relationship Id="rId1" Type="http://schemas.openxmlformats.org/officeDocument/2006/relationships/slideMaster" Target="../slideMasters/slideMaster_80000000_B67A617.xml"/></Relationships>
</file>

<file path=ppt/slideLayouts/_rels/slideLayout_8000002C_184E4D46.xml.rels><?xml version="1.0" encoding="UTF-8" standalone="yes"?>
<Relationships xmlns="http://schemas.openxmlformats.org/package/2006/relationships"><Relationship Id="rId2" Type="http://schemas.openxmlformats.org/officeDocument/2006/relationships/image" Target="../media/image_6DBD0B54.jpeg"/><Relationship Id="rId1" Type="http://schemas.openxmlformats.org/officeDocument/2006/relationships/slideMaster" Target="../slideMasters/slideMaster_80000000_B67A617.xml"/></Relationships>
</file>

<file path=ppt/slideLayouts/_rels/slideLayout_8000002D_2CDDA0D3.xml.rels><?xml version="1.0" encoding="UTF-8" standalone="yes"?>
<Relationships xmlns="http://schemas.openxmlformats.org/package/2006/relationships"><Relationship Id="rId1" Type="http://schemas.openxmlformats.org/officeDocument/2006/relationships/slideMaster" Target="../slideMasters/slideMaster_80000000_B67A617.xml"/></Relationships>
</file>

<file path=ppt/slideLayouts/_rels/slideLayout_8000002E_CF9A3FA.xml.rels><?xml version="1.0" encoding="UTF-8" standalone="yes"?>
<Relationships xmlns="http://schemas.openxmlformats.org/package/2006/relationships"><Relationship Id="rId1" Type="http://schemas.openxmlformats.org/officeDocument/2006/relationships/slideMaster" Target="../slideMasters/slideMaster_80000000_B67A617.xml"/></Relationships>
</file>

<file path=ppt/slideLayouts/_rels/slideLayout_8000002F_CEB0BBAF.xml.rels><?xml version="1.0" encoding="UTF-8" standalone="yes"?>
<Relationships xmlns="http://schemas.openxmlformats.org/package/2006/relationships"><Relationship Id="rId1" Type="http://schemas.openxmlformats.org/officeDocument/2006/relationships/slideMaster" Target="../slideMasters/slideMaster_80000000_B67A617.xml"/></Relationships>
</file>

<file path=ppt/slideLayouts/_rels/slideLayout_8000003A_3CF89D62.xml.rels><?xml version="1.0" encoding="UTF-8" standalone="yes"?>
<Relationships xmlns="http://schemas.openxmlformats.org/package/2006/relationships"><Relationship Id="rId1" Type="http://schemas.openxmlformats.org/officeDocument/2006/relationships/slideMaster" Target="../slideMasters/slideMaster_80000000_B67A617.xml"/></Relationships>
</file>

<file path=ppt/slideLayouts/_rels/slideLayout_8000003B_FEF9DCD.xml.rels><?xml version="1.0" encoding="UTF-8" standalone="yes"?>
<Relationships xmlns="http://schemas.openxmlformats.org/package/2006/relationships"><Relationship Id="rId2" Type="http://schemas.openxmlformats.org/officeDocument/2006/relationships/image" Target="../media/image_E9915054.jpeg"/><Relationship Id="rId1" Type="http://schemas.openxmlformats.org/officeDocument/2006/relationships/slideMaster" Target="../slideMasters/slideMaster_80000000_B67A617.xml"/></Relationships>
</file>

<file path=ppt/slideLayouts/_rels/slideLayout_8000003C_A961356.xml.rels><?xml version="1.0" encoding="UTF-8" standalone="yes"?>
<Relationships xmlns="http://schemas.openxmlformats.org/package/2006/relationships"><Relationship Id="rId1" Type="http://schemas.openxmlformats.org/officeDocument/2006/relationships/slideMaster" Target="../slideMasters/slideMaster_80000000_B67A617.xml"/></Relationships>
</file>

<file path=ppt/slideLayouts/_rels/slideLayout_8000003D_ECD3DF9E.xml.rels><?xml version="1.0" encoding="UTF-8" standalone="yes"?>
<Relationships xmlns="http://schemas.openxmlformats.org/package/2006/relationships"><Relationship Id="rId1" Type="http://schemas.openxmlformats.org/officeDocument/2006/relationships/slideMaster" Target="../slideMasters/slideMaster_80000000_B67A617.xml"/></Relationships>
</file>

<file path=ppt/slideLayouts/_rels/slideLayout_80000001_DBAE01FA.xml.rels><?xml version="1.0" encoding="UTF-8" standalone="yes"?>
<Relationships xmlns="http://schemas.openxmlformats.org/package/2006/relationships"><Relationship Id="rId2" Type="http://schemas.openxmlformats.org/officeDocument/2006/relationships/image" Target="../media/image_A9DF4B66.jpeg"/><Relationship Id="rId1" Type="http://schemas.openxmlformats.org/officeDocument/2006/relationships/slideMaster" Target="../slideMasters/slideMaster_80000000_B67A617.xml"/></Relationships>
</file>

<file path=ppt/slideLayouts/_rels/slideLayout_80000002_65DC8DC4.xml.rels><?xml version="1.0" encoding="UTF-8" standalone="yes"?>
<Relationships xmlns="http://schemas.openxmlformats.org/package/2006/relationships"><Relationship Id="rId1" Type="http://schemas.openxmlformats.org/officeDocument/2006/relationships/slideMaster" Target="../slideMasters/slideMaster_80000000_B67A617.xml"/></Relationships>
</file>

<file path=ppt/slideLayouts/_rels/slideLayout_80000003_C0C1F50B.xml.rels><?xml version="1.0" encoding="UTF-8" standalone="yes"?>
<Relationships xmlns="http://schemas.openxmlformats.org/package/2006/relationships"><Relationship Id="rId2" Type="http://schemas.openxmlformats.org/officeDocument/2006/relationships/image" Target="../media/image_9AE7D70E.jpeg"/><Relationship Id="rId1" Type="http://schemas.openxmlformats.org/officeDocument/2006/relationships/slideMaster" Target="../slideMasters/slideMaster_80000000_B67A617.xml"/></Relationships>
</file>

<file path=ppt/slideLayouts/_rels/slideLayout_80000004_61D54094.xml.rels><?xml version="1.0" encoding="UTF-8" standalone="yes"?>
<Relationships xmlns="http://schemas.openxmlformats.org/package/2006/relationships"><Relationship Id="rId2" Type="http://schemas.openxmlformats.org/officeDocument/2006/relationships/image" Target="../media/image_B05601A2.jpeg"/><Relationship Id="rId1" Type="http://schemas.openxmlformats.org/officeDocument/2006/relationships/slideMaster" Target="../slideMasters/slideMaster_80000000_B67A617.xml"/></Relationships>
</file>

<file path=ppt/slideLayouts/_rels/slideLayout_80000005_7ED69232.xml.rels><?xml version="1.0" encoding="UTF-8" standalone="yes"?>
<Relationships xmlns="http://schemas.openxmlformats.org/package/2006/relationships"><Relationship Id="rId2" Type="http://schemas.openxmlformats.org/officeDocument/2006/relationships/image" Target="../media/image_AA6CFBBA.jpeg"/><Relationship Id="rId1" Type="http://schemas.openxmlformats.org/officeDocument/2006/relationships/slideMaster" Target="../slideMasters/slideMaster_80000000_B67A617.xml"/></Relationships>
</file>

<file path=ppt/slideLayouts/_rels/slideLayout_80000006_AD1763BD.xml.rels><?xml version="1.0" encoding="UTF-8" standalone="yes"?>
<Relationships xmlns="http://schemas.openxmlformats.org/package/2006/relationships"><Relationship Id="rId1" Type="http://schemas.openxmlformats.org/officeDocument/2006/relationships/slideMaster" Target="../slideMasters/slideMaster_80000000_B67A617.xml"/></Relationships>
</file>

<file path=ppt/slideLayouts/_rels/slideLayout_80000007_8F03B8CF.xml.rels><?xml version="1.0" encoding="UTF-8" standalone="yes"?>
<Relationships xmlns="http://schemas.openxmlformats.org/package/2006/relationships"><Relationship Id="rId1" Type="http://schemas.openxmlformats.org/officeDocument/2006/relationships/slideMaster" Target="../slideMasters/slideMaster_80000000_B67A617.xml"/></Relationships>
</file>

<file path=ppt/slideLayouts/_rels/slideLayout_80000008_95AFA65B.xml.rels><?xml version="1.0" encoding="UTF-8" standalone="yes"?>
<Relationships xmlns="http://schemas.openxmlformats.org/package/2006/relationships"><Relationship Id="rId1" Type="http://schemas.openxmlformats.org/officeDocument/2006/relationships/slideMaster" Target="../slideMasters/slideMaster_80000000_B67A617.xml"/></Relationships>
</file>

<file path=ppt/slideLayouts/_rels/slideLayout_80000009_D70E97EB.xml.rels><?xml version="1.0" encoding="UTF-8" standalone="yes"?>
<Relationships xmlns="http://schemas.openxmlformats.org/package/2006/relationships"><Relationship Id="rId1" Type="http://schemas.openxmlformats.org/officeDocument/2006/relationships/slideMaster" Target="../slideMasters/slideMaster_80000000_B67A617.xml"/></Relationships>
</file>

<file path=ppt/slideLayouts/_rels/slideLayout_80000018_1C48F775.xml.rels><?xml version="1.0" encoding="UTF-8" standalone="yes"?>
<Relationships xmlns="http://schemas.openxmlformats.org/package/2006/relationships"><Relationship Id="rId2" Type="http://schemas.openxmlformats.org/officeDocument/2006/relationships/image" Target="../media/image_278126E.jpeg"/><Relationship Id="rId1" Type="http://schemas.openxmlformats.org/officeDocument/2006/relationships/slideMaster" Target="../slideMasters/slideMaster_80000000_B67A617.xml"/></Relationships>
</file>

<file path=ppt/slideLayouts/_rels/slideLayout_80000019_355DBC4.xml.rels><?xml version="1.0" encoding="UTF-8" standalone="yes"?>
<Relationships xmlns="http://schemas.openxmlformats.org/package/2006/relationships"><Relationship Id="rId1" Type="http://schemas.openxmlformats.org/officeDocument/2006/relationships/slideMaster" Target="../slideMasters/slideMaster_80000000_B67A617.xml"/></Relationships>
</file>

<file path=ppt/slideLayouts/_rels/slideLayout_80000020_879F5175.xml.rels><?xml version="1.0" encoding="UTF-8" standalone="yes"?>
<Relationships xmlns="http://schemas.openxmlformats.org/package/2006/relationships"><Relationship Id="rId2" Type="http://schemas.openxmlformats.org/officeDocument/2006/relationships/image" Target="../media/image_4558DEFD.jpeg"/><Relationship Id="rId1" Type="http://schemas.openxmlformats.org/officeDocument/2006/relationships/slideMaster" Target="../slideMasters/slideMaster_80000000_B67A617.xml"/></Relationships>
</file>

<file path=ppt/slideLayouts/_rels/slideLayout_80000021_4317D436.xml.rels><?xml version="1.0" encoding="UTF-8" standalone="yes"?>
<Relationships xmlns="http://schemas.openxmlformats.org/package/2006/relationships"><Relationship Id="rId2" Type="http://schemas.openxmlformats.org/officeDocument/2006/relationships/image" Target="../media/image_1B3444C7.jpeg"/><Relationship Id="rId1" Type="http://schemas.openxmlformats.org/officeDocument/2006/relationships/slideMaster" Target="../slideMasters/slideMaster_80000000_B67A617.xml"/></Relationships>
</file>

<file path=ppt/slideLayouts/_rels/slideLayout_80000022_D51714DB.xml.rels><?xml version="1.0" encoding="UTF-8" standalone="yes"?>
<Relationships xmlns="http://schemas.openxmlformats.org/package/2006/relationships"><Relationship Id="rId2" Type="http://schemas.openxmlformats.org/officeDocument/2006/relationships/image" Target="../media/image_9D6F99D2.jpeg"/><Relationship Id="rId1" Type="http://schemas.openxmlformats.org/officeDocument/2006/relationships/slideMaster" Target="../slideMasters/slideMaster_80000000_B67A617.xml"/></Relationships>
</file>

<file path=ppt/slideLayouts/_rels/slideLayout_80000023_95892F57.xml.rels><?xml version="1.0" encoding="UTF-8" standalone="yes"?>
<Relationships xmlns="http://schemas.openxmlformats.org/package/2006/relationships"><Relationship Id="rId2" Type="http://schemas.openxmlformats.org/officeDocument/2006/relationships/image" Target="../media/image_9D6F99D2.jpeg"/><Relationship Id="rId1" Type="http://schemas.openxmlformats.org/officeDocument/2006/relationships/slideMaster" Target="../slideMasters/slideMaster_80000000_B67A617.xml"/></Relationships>
</file>

<file path=ppt/slideLayouts/_rels/slideLayout_80000024_46FADF48.xml.rels><?xml version="1.0" encoding="UTF-8" standalone="yes"?>
<Relationships xmlns="http://schemas.openxmlformats.org/package/2006/relationships"><Relationship Id="rId2" Type="http://schemas.openxmlformats.org/officeDocument/2006/relationships/image" Target="../media/image_82EEDC65.jpeg"/><Relationship Id="rId1" Type="http://schemas.openxmlformats.org/officeDocument/2006/relationships/slideMaster" Target="../slideMasters/slideMaster_80000000_B67A617.xml"/></Relationships>
</file>

<file path=ppt/slideLayouts/_rels/slideLayout_80000025_165B2601.xml.rels><?xml version="1.0" encoding="UTF-8" standalone="yes"?>
<Relationships xmlns="http://schemas.openxmlformats.org/package/2006/relationships"><Relationship Id="rId2" Type="http://schemas.openxmlformats.org/officeDocument/2006/relationships/image" Target="../media/image_194E8121.jpeg"/><Relationship Id="rId1" Type="http://schemas.openxmlformats.org/officeDocument/2006/relationships/slideMaster" Target="../slideMasters/slideMaster_80000000_B67A617.xml"/></Relationships>
</file>

<file path=ppt/slideLayouts/_rels/slideLayout_80000026_4818B298.xml.rels><?xml version="1.0" encoding="UTF-8" standalone="yes"?>
<Relationships xmlns="http://schemas.openxmlformats.org/package/2006/relationships"><Relationship Id="rId2" Type="http://schemas.openxmlformats.org/officeDocument/2006/relationships/image" Target="../media/image_31A47DAB.jpeg"/><Relationship Id="rId1" Type="http://schemas.openxmlformats.org/officeDocument/2006/relationships/slideMaster" Target="../slideMasters/slideMaster_80000000_B67A617.xml"/></Relationships>
</file>

<file path=ppt/slideLayouts/_rels/slideLayout_80000027_E4B45E39.xml.rels><?xml version="1.0" encoding="UTF-8" standalone="yes"?>
<Relationships xmlns="http://schemas.openxmlformats.org/package/2006/relationships"><Relationship Id="rId2" Type="http://schemas.openxmlformats.org/officeDocument/2006/relationships/image" Target="../media/image_C8C1F836.jpeg"/><Relationship Id="rId1" Type="http://schemas.openxmlformats.org/officeDocument/2006/relationships/slideMaster" Target="../slideMasters/slideMaster_80000000_B67A617.xml"/></Relationships>
</file>

<file path=ppt/slideLayouts/_rels/slideLayout_80000028_8AB0044F.xml.rels><?xml version="1.0" encoding="UTF-8" standalone="yes"?>
<Relationships xmlns="http://schemas.openxmlformats.org/package/2006/relationships"><Relationship Id="rId2" Type="http://schemas.openxmlformats.org/officeDocument/2006/relationships/image" Target="../media/image_4D4388E9.jpeg"/><Relationship Id="rId1" Type="http://schemas.openxmlformats.org/officeDocument/2006/relationships/slideMaster" Target="../slideMasters/slideMaster_80000000_B67A617.xml"/></Relationships>
</file>

<file path=ppt/slideLayouts/_rels/slideLayout_80000029_16B2FD9F.xml.rels><?xml version="1.0" encoding="UTF-8" standalone="yes"?>
<Relationships xmlns="http://schemas.openxmlformats.org/package/2006/relationships"><Relationship Id="rId2" Type="http://schemas.openxmlformats.org/officeDocument/2006/relationships/image" Target="../media/image_7F8794A0.jpeg"/><Relationship Id="rId1" Type="http://schemas.openxmlformats.org/officeDocument/2006/relationships/slideMaster" Target="../slideMasters/slideMaster_80000000_B67A617.xml"/></Relationships>
</file>

<file path=ppt/slideLayouts/_rels/slideLayout_80000030_7B454A58.xml.rels><?xml version="1.0" encoding="UTF-8" standalone="yes"?>
<Relationships xmlns="http://schemas.openxmlformats.org/package/2006/relationships"><Relationship Id="rId1" Type="http://schemas.openxmlformats.org/officeDocument/2006/relationships/slideMaster" Target="../slideMasters/slideMaster_80000000_B67A617.xml"/></Relationships>
</file>

<file path=ppt/slideLayouts/_rels/slideLayout_80000031_FAE1DD60.xml.rels><?xml version="1.0" encoding="UTF-8" standalone="yes"?>
<Relationships xmlns="http://schemas.openxmlformats.org/package/2006/relationships"><Relationship Id="rId1" Type="http://schemas.openxmlformats.org/officeDocument/2006/relationships/slideMaster" Target="../slideMasters/slideMaster_80000000_B67A617.xml"/></Relationships>
</file>

<file path=ppt/slideLayouts/_rels/slideLayout_80000032_65DDF8ED.xml.rels><?xml version="1.0" encoding="UTF-8" standalone="yes"?>
<Relationships xmlns="http://schemas.openxmlformats.org/package/2006/relationships"><Relationship Id="rId1" Type="http://schemas.openxmlformats.org/officeDocument/2006/relationships/slideMaster" Target="../slideMasters/slideMaster_80000000_B67A617.xml"/></Relationships>
</file>

<file path=ppt/slideLayouts/_rels/slideLayout_80000033_3A879955.xml.rels><?xml version="1.0" encoding="UTF-8" standalone="yes"?>
<Relationships xmlns="http://schemas.openxmlformats.org/package/2006/relationships"><Relationship Id="rId1" Type="http://schemas.openxmlformats.org/officeDocument/2006/relationships/slideMaster" Target="../slideMasters/slideMaster_80000000_B67A617.xml"/></Relationships>
</file>

<file path=ppt/slideLayouts/_rels/slideLayout_80000034_A8359057.xml.rels><?xml version="1.0" encoding="UTF-8" standalone="yes"?>
<Relationships xmlns="http://schemas.openxmlformats.org/package/2006/relationships"><Relationship Id="rId1" Type="http://schemas.openxmlformats.org/officeDocument/2006/relationships/slideMaster" Target="../slideMasters/slideMaster_80000000_B67A617.xml"/></Relationships>
</file>

<file path=ppt/slideLayouts/_rels/slideLayout_80000035_262C5FAD.xml.rels><?xml version="1.0" encoding="UTF-8" standalone="yes"?>
<Relationships xmlns="http://schemas.openxmlformats.org/package/2006/relationships"><Relationship Id="rId1" Type="http://schemas.openxmlformats.org/officeDocument/2006/relationships/slideMaster" Target="../slideMasters/slideMaster_80000000_B67A617.xml"/></Relationships>
</file>

<file path=ppt/slideLayouts/_rels/slideLayout_80000036_BBFE15D7.xml.rels><?xml version="1.0" encoding="UTF-8" standalone="yes"?>
<Relationships xmlns="http://schemas.openxmlformats.org/package/2006/relationships"><Relationship Id="rId1" Type="http://schemas.openxmlformats.org/officeDocument/2006/relationships/slideMaster" Target="../slideMasters/slideMaster_80000000_B67A617.xml"/></Relationships>
</file>

<file path=ppt/slideLayouts/_rels/slideLayout_80000037_B962C87D.xml.rels><?xml version="1.0" encoding="UTF-8" standalone="yes"?>
<Relationships xmlns="http://schemas.openxmlformats.org/package/2006/relationships"><Relationship Id="rId1" Type="http://schemas.openxmlformats.org/officeDocument/2006/relationships/slideMaster" Target="../slideMasters/slideMaster_80000000_B67A617.xml"/></Relationships>
</file>

<file path=ppt/slideLayouts/_rels/slideLayout_80000038_1F73C209.xml.rels><?xml version="1.0" encoding="UTF-8" standalone="yes"?>
<Relationships xmlns="http://schemas.openxmlformats.org/package/2006/relationships"><Relationship Id="rId1" Type="http://schemas.openxmlformats.org/officeDocument/2006/relationships/slideMaster" Target="../slideMasters/slideMaster_80000000_B67A617.xml"/></Relationships>
</file>

<file path=ppt/slideLayouts/_rels/slideLayout_80000039_A06A591D.xml.rels><?xml version="1.0" encoding="UTF-8" standalone="yes"?>
<Relationships xmlns="http://schemas.openxmlformats.org/package/2006/relationships"><Relationship Id="rId1" Type="http://schemas.openxmlformats.org/officeDocument/2006/relationships/slideMaster" Target="../slideMasters/slideMaster_80000000_B67A617.xml"/></Relationships>
</file>

<file path=ppt/slideLayouts/slideLayout_8000000A_6DB02388.xml><?xml version="1.0" encoding="utf-8"?>
<p:sldLayout xmlns:a="http://schemas.openxmlformats.org/drawingml/2006/main" xmlns:r="http://schemas.openxmlformats.org/officeDocument/2006/relationships" xmlns:p="http://schemas.openxmlformats.org/presentationml/2006/main" showMasterSp="0" preserve="1">
  <p:cSld name="Section Header 2">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B2555FD-4C27-26F9-D396-F44BD2552350}"/>
              </a:ext>
              <a:ext uri="{C183D7F6-B498-43B3-948B-1728B52AA6E4}">
                <adec:decorative xmlns:adec="http://schemas.microsoft.com/office/drawing/2017/decorative" val="1"/>
              </a:ext>
            </a:extLst>
          </p:cNvPr>
          <p:cNvSpPr/>
          <p:nvPr/>
        </p:nvSpPr>
        <p:spPr>
          <a:xfrm flipH="1">
            <a:off x="0" y="0"/>
            <a:ext cx="12188952"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114D9F56-D5FE-5416-E898-561CCD18E63E}"/>
              </a:ext>
              <a:ext uri="{C183D7F6-B498-43B3-948B-1728B52AA6E4}">
                <adec:decorative xmlns:adec="http://schemas.microsoft.com/office/drawing/2017/decorative" val="1"/>
              </a:ext>
            </a:extLst>
          </p:cNvPr>
          <p:cNvSpPr/>
          <p:nvPr/>
        </p:nvSpPr>
        <p:spPr>
          <a:xfrm>
            <a:off x="-7226" y="2522"/>
            <a:ext cx="12210294" cy="685547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Rectangle 14">
            <a:extLst>
              <a:ext uri="{FF2B5EF4-FFF2-40B4-BE49-F238E27FC236}">
                <a16:creationId xmlns:a16="http://schemas.microsoft.com/office/drawing/2014/main" id="{DCE312D2-549E-F681-7F68-B8AAD2F7696A}"/>
              </a:ext>
              <a:ext uri="{C183D7F6-B498-43B3-948B-1728B52AA6E4}">
                <adec:decorative xmlns:adec="http://schemas.microsoft.com/office/drawing/2017/decorative" val="1"/>
              </a:ext>
            </a:extLst>
          </p:cNvPr>
          <p:cNvSpPr/>
          <p:nvPr/>
        </p:nvSpPr>
        <p:spPr>
          <a:xfrm rot="10800000" flipH="1">
            <a:off x="383414" y="0"/>
            <a:ext cx="11826874" cy="6858000"/>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CC4FFFC-E214-3024-4ED7-32DAAA7A66E0}"/>
              </a:ext>
              <a:ext uri="{C183D7F6-B498-43B3-948B-1728B52AA6E4}">
                <adec:decorative xmlns:adec="http://schemas.microsoft.com/office/drawing/2017/decorative" val="1"/>
              </a:ext>
            </a:extLst>
          </p:cNvPr>
          <p:cNvSpPr/>
          <p:nvPr/>
        </p:nvSpPr>
        <p:spPr>
          <a:xfrm rot="5400000" flipH="1">
            <a:off x="4945773" y="-4953002"/>
            <a:ext cx="2286000" cy="12192001"/>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963C23C4-6670-C4D3-CA25-EAF7EB91AC78}"/>
              </a:ext>
              <a:ext uri="{C183D7F6-B498-43B3-948B-1728B52AA6E4}">
                <adec:decorative xmlns:adec="http://schemas.microsoft.com/office/drawing/2017/decorative" val="1"/>
              </a:ext>
            </a:extLst>
          </p:cNvPr>
          <p:cNvSpPr/>
          <p:nvPr/>
        </p:nvSpPr>
        <p:spPr>
          <a:xfrm rot="10800000">
            <a:off x="3048" y="-5047"/>
            <a:ext cx="12188952" cy="6420678"/>
          </a:xfrm>
          <a:prstGeom prst="rect">
            <a:avLst/>
          </a:prstGeom>
          <a:gradFill>
            <a:gsLst>
              <a:gs pos="0">
                <a:srgbClr val="FA0036">
                  <a:alpha val="22000"/>
                </a:srgbClr>
              </a:gs>
              <a:gs pos="52000">
                <a:srgbClr val="FF907A">
                  <a:alpha val="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Oval 17">
            <a:extLst>
              <a:ext uri="{FF2B5EF4-FFF2-40B4-BE49-F238E27FC236}">
                <a16:creationId xmlns:a16="http://schemas.microsoft.com/office/drawing/2014/main" id="{FAF9AED1-BD83-3598-C1F0-DC7ED0150981}"/>
              </a:ext>
              <a:ext uri="{C183D7F6-B498-43B3-948B-1728B52AA6E4}">
                <adec:decorative xmlns:adec="http://schemas.microsoft.com/office/drawing/2017/decorative" val="1"/>
              </a:ext>
            </a:extLst>
          </p:cNvPr>
          <p:cNvSpPr/>
          <p:nvPr/>
        </p:nvSpPr>
        <p:spPr>
          <a:xfrm rot="20481594" flipH="1">
            <a:off x="6172247" y="626278"/>
            <a:ext cx="5005754" cy="5005754"/>
          </a:xfrm>
          <a:prstGeom prst="ellipse">
            <a:avLst/>
          </a:pr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731520" y="2596896"/>
            <a:ext cx="8933688" cy="3566160"/>
          </a:xfrm>
        </p:spPr>
        <p:txBody>
          <a:bodyPr anchor="b">
            <a:normAutofit/>
          </a:bodyPr>
          <a:lstStyle>
            <a:lvl1pPr>
              <a:lnSpc>
                <a:spcPct val="110000"/>
              </a:lnSpc>
              <a:defRPr sz="6000" cap="all" spc="700" baseline="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A5F6D2C8-34B4-4D49-8BA1-BACB1E5E91D7}" type="datetime2">
              <a:rPr lang="en-US" smtClean="0"/>
              <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84145AC3-CC88-4C8A-A6CE-8D44921B6A23}" type="slidenum">
              <a:rPr lang="en-US" smtClean="0"/>
              <a:pPr/>
              <a:t/>
            </a:fld>
            <a:endParaRPr lang="en-US"/>
          </a:p>
        </p:txBody>
      </p:sp>
    </p:spTree>
    <p:extLst>
      <p:ext uri="{BB962C8B-B14F-4D97-AF65-F5344CB8AC3E}">
        <p14:creationId xmlns:p14="http://schemas.microsoft.com/office/powerpoint/2010/main" val="1840259976"/>
      </p:ext>
    </p:extLst>
  </p:cSld>
  <p:clrMapOvr>
    <a:overrideClrMapping bg1="dk1" tx1="lt1" bg2="dk2" tx2="lt2" accent1="accent1" accent2="accent2" accent3="accent3" accent4="accent4" accent5="accent5" accent6="accent6" hlink="hlink" folHlink="folHlink"/>
  </p:clrMapOvr>
</p:sldLayout>
</file>

<file path=ppt/slideLayouts/slideLayout_8000000B_60FCAEBD.xml><?xml version="1.0" encoding="utf-8"?>
<p:sldLayout xmlns:a="http://schemas.openxmlformats.org/drawingml/2006/main" xmlns:r="http://schemas.openxmlformats.org/officeDocument/2006/relationships" xmlns:p="http://schemas.openxmlformats.org/presentationml/2006/main" showMasterSp="0" preserve="1">
  <p:cSld name="Agenda">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735CD2-2790-A02E-C1A3-EB251A110779}"/>
              </a:ext>
              <a:ext uri="{C183D7F6-B498-43B3-948B-1728B52AA6E4}">
                <adec:decorative xmlns:adec="http://schemas.microsoft.com/office/drawing/2017/decorative" val="1"/>
              </a:ext>
            </a:extLst>
          </p:cNvPr>
          <p:cNvSpPr/>
          <p:nvPr/>
        </p:nvSpPr>
        <p:spPr>
          <a:xfrm flipH="1">
            <a:off x="-2" y="0"/>
            <a:ext cx="6096000" cy="6858000"/>
          </a:xfrm>
          <a:prstGeom prst="rect">
            <a:avLst/>
          </a:prstGeom>
          <a:gradFill>
            <a:gsLst>
              <a:gs pos="8000">
                <a:srgbClr val="FF907A"/>
              </a:gs>
              <a:gs pos="100000">
                <a:srgbClr val="DA002F">
                  <a:alpha val="88627"/>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27BCFA5-D41F-08E8-0C59-3B6D1AE8FC85}"/>
              </a:ext>
              <a:ext uri="{C183D7F6-B498-43B3-948B-1728B52AA6E4}">
                <adec:decorative xmlns:adec="http://schemas.microsoft.com/office/drawing/2017/decorative" val="1"/>
              </a:ext>
            </a:extLst>
          </p:cNvPr>
          <p:cNvSpPr/>
          <p:nvPr/>
        </p:nvSpPr>
        <p:spPr>
          <a:xfrm flipH="1">
            <a:off x="0" y="17416"/>
            <a:ext cx="5067300" cy="6840156"/>
          </a:xfrm>
          <a:prstGeom prst="rect">
            <a:avLst/>
          </a:prstGeom>
          <a:gradFill>
            <a:gsLst>
              <a:gs pos="22000">
                <a:srgbClr val="FF5076">
                  <a:alpha val="0"/>
                </a:srgbClr>
              </a:gs>
              <a:gs pos="99000">
                <a:srgbClr val="92248E">
                  <a:alpha val="91765"/>
                </a:srgb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E833A7D-2BA4-F824-376C-8607C290E93B}"/>
              </a:ext>
              <a:ext uri="{C183D7F6-B498-43B3-948B-1728B52AA6E4}">
                <adec:decorative xmlns:adec="http://schemas.microsoft.com/office/drawing/2017/decorative" val="1"/>
              </a:ext>
            </a:extLst>
          </p:cNvPr>
          <p:cNvSpPr/>
          <p:nvPr/>
        </p:nvSpPr>
        <p:spPr>
          <a:xfrm rot="5400000" flipH="1">
            <a:off x="-20998" y="723590"/>
            <a:ext cx="6595192" cy="5638799"/>
          </a:xfrm>
          <a:prstGeom prst="rect">
            <a:avLst/>
          </a:prstGeom>
          <a:gradFill>
            <a:gsLst>
              <a:gs pos="2000">
                <a:srgbClr val="DA002F">
                  <a:alpha val="18824"/>
                </a:srgbClr>
              </a:gs>
              <a:gs pos="57000">
                <a:srgbClr val="FE4A00">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CFC381E-3DA3-22D7-F3CB-6FF3B17D6865}"/>
              </a:ext>
              <a:ext uri="{C183D7F6-B498-43B3-948B-1728B52AA6E4}">
                <adec:decorative xmlns:adec="http://schemas.microsoft.com/office/drawing/2017/decorative" val="1"/>
              </a:ext>
            </a:extLst>
          </p:cNvPr>
          <p:cNvSpPr/>
          <p:nvPr/>
        </p:nvSpPr>
        <p:spPr>
          <a:xfrm rot="12508972">
            <a:off x="652110" y="716188"/>
            <a:ext cx="5005754" cy="5005754"/>
          </a:xfrm>
          <a:prstGeom prst="ellipse">
            <a:avLst/>
          </a:prstGeom>
          <a:gradFill>
            <a:gsLst>
              <a:gs pos="31000">
                <a:srgbClr val="FF907A">
                  <a:alpha val="0"/>
                </a:srgbClr>
              </a:gs>
              <a:gs pos="85000">
                <a:srgbClr val="FFBCAF">
                  <a:alpha val="22745"/>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22960" y="2029968"/>
            <a:ext cx="4398264" cy="2825496"/>
          </a:xfrm>
        </p:spPr>
        <p:txBody>
          <a:bodyPr anchor="ctr">
            <a:normAutofit/>
          </a:bodyPr>
          <a:lstStyle>
            <a:lvl1pPr algn="ctr">
              <a:lnSpc>
                <a:spcPct val="110000"/>
              </a:lnSpc>
              <a:defRPr sz="4000" cap="all" spc="700" baseline="0">
                <a:solidFill>
                  <a:schemeClr val="bg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004304" y="584688"/>
            <a:ext cx="4517136" cy="5688623"/>
          </a:xfrm>
        </p:spPr>
        <p:txBody>
          <a:bodyPr vert="horz" lIns="91440" tIns="45720" rIns="91440" bIns="45720" rtlCol="0" anchor="ctr">
            <a:normAutofit/>
          </a:bodyPr>
          <a:lstStyle>
            <a:lvl1pPr marL="342900" indent="-342900">
              <a:buFont typeface="+mj-lt"/>
              <a:buAutoNum type="arabicPeriod"/>
              <a:defRPr lang="en-US" sz="1800"/>
            </a:lvl1pPr>
            <a:lvl2pPr marL="571500" indent="-342900">
              <a:buFont typeface="+mj-lt"/>
              <a:buAutoNum type="arabicPeriod"/>
              <a:defRPr sz="1600"/>
            </a:lvl2pPr>
            <a:lvl3pPr marL="800100" indent="-342900">
              <a:buFont typeface="+mj-lt"/>
              <a:buAutoNum type="arabicPeriod"/>
              <a:defRPr sz="1400"/>
            </a:lvl3pPr>
            <a:lvl4pPr>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07FA98E2-6F7F-4A51-8E1F-EB59A50F0269}" type="datetime2">
              <a:rPr lang="en-US" smtClean="0"/>
              <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1627172541"/>
      </p:ext>
    </p:extLst>
  </p:cSld>
  <p:clrMapOvr>
    <a:overrideClrMapping bg1="lt1" tx1="dk1" bg2="lt2" tx2="dk2" accent1="accent1" accent2="accent2" accent3="accent3" accent4="accent4" accent5="accent5" accent6="accent6" hlink="hlink" folHlink="folHlink"/>
  </p:clrMapOvr>
</p:sldLayout>
</file>

<file path=ppt/slideLayouts/slideLayout_8000001A_BC9D826.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813048" cy="299923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11371" y="1600200"/>
            <a:ext cx="4892656" cy="3657600"/>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2DB3D6C-C357-4A18-98FF-C5DAE1A10B46}" type="datetime2">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197777446"/>
      </p:ext>
    </p:extLst>
  </p:cSld>
  <p:clrMapOvr>
    <a:masterClrMapping/>
  </p:clrMapOvr>
</p:sldLayout>
</file>

<file path=ppt/slideLayouts/slideLayout_8000001B_ED6AA96A.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611880" cy="299923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065776" y="1600200"/>
            <a:ext cx="6135624" cy="42976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6848E0B-8A0C-48E4-ADBA-2AC6A8CE7CBF}" type="datetime2">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3983190378"/>
      </p:ext>
    </p:extLst>
  </p:cSld>
  <p:clrMapOvr>
    <a:masterClrMapping/>
  </p:clrMapOvr>
</p:sldLayout>
</file>

<file path=ppt/slideLayouts/slideLayout_8000001C_60E4499C.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3547872" cy="496519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065776" y="704088"/>
            <a:ext cx="6394704"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CBDCCA7-F1A7-4374-A53E-DDBF6669B4DA}" type="datetime2">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1625573788"/>
      </p:ext>
    </p:extLst>
  </p:cSld>
  <p:clrMapOvr>
    <a:masterClrMapping/>
  </p:clrMapOvr>
</p:sldLayout>
</file>

<file path=ppt/slideLayouts/slideLayout_8000001D_F8D8634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2916936" cy="2916936"/>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588626" y="704088"/>
            <a:ext cx="713232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1"/>
                </a:solidFill>
              </a:defRPr>
            </a:lvl1pPr>
          </a:lstStyle>
          <a:p>
            <a:fld id="{7A4E53C8-4441-4494-9A33-9A60A8C010FF}" type="datetime2">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4174930758"/>
      </p:ext>
    </p:extLst>
  </p:cSld>
  <p:clrMapOvr>
    <a:masterClrMapping/>
  </p:clrMapOvr>
</p:sldLayout>
</file>

<file path=ppt/slideLayouts/slideLayout_8000001E_1D086A11.xml><?xml version="1.0" encoding="utf-8"?>
<p:sldLayout xmlns:a="http://schemas.openxmlformats.org/drawingml/2006/main" xmlns:r="http://schemas.openxmlformats.org/officeDocument/2006/relationships" xmlns:p="http://schemas.openxmlformats.org/presentationml/2006/main" showMasterSp="0" type="obj" preserve="1">
  <p:cSld name="Content 7">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8606AF-234E-F01C-E350-3E326E5ABE30}"/>
              </a:ext>
              <a:ext uri="{C183D7F6-B498-43B3-948B-1728B52AA6E4}">
                <adec:decorative xmlns:adec="http://schemas.microsoft.com/office/drawing/2017/decorative" val="1"/>
              </a:ext>
            </a:extLst>
          </p:cNvPr>
          <p:cNvSpPr/>
          <p:nvPr/>
        </p:nvSpPr>
        <p:spPr>
          <a:xfrm>
            <a:off x="-11209" y="0"/>
            <a:ext cx="12203208" cy="1698952"/>
          </a:xfrm>
          <a:prstGeom prst="rect">
            <a:avLst/>
          </a:prstGeom>
          <a:gradFill>
            <a:gsLst>
              <a:gs pos="0">
                <a:srgbClr val="DA002F"/>
              </a:gs>
              <a:gs pos="100000">
                <a:srgbClr val="FF8463"/>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FE6AE3A-A1C7-E9CA-615A-87942C8FD35D}"/>
              </a:ext>
              <a:ext uri="{C183D7F6-B498-43B3-948B-1728B52AA6E4}">
                <adec:decorative xmlns:adec="http://schemas.microsoft.com/office/drawing/2017/decorative" val="1"/>
              </a:ext>
            </a:extLst>
          </p:cNvPr>
          <p:cNvSpPr/>
          <p:nvPr/>
        </p:nvSpPr>
        <p:spPr>
          <a:xfrm>
            <a:off x="-11210" y="4199"/>
            <a:ext cx="8126510" cy="1694753"/>
          </a:xfrm>
          <a:prstGeom prst="rect">
            <a:avLst/>
          </a:prstGeom>
          <a:gradFill>
            <a:gsLst>
              <a:gs pos="37000">
                <a:srgbClr val="FF6C4F">
                  <a:alpha val="41961"/>
                </a:srgbClr>
              </a:gs>
              <a:gs pos="99000">
                <a:srgbClr val="DA002F">
                  <a:alpha val="5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C082EBC-AF50-5C78-B731-0C4380660AF5}"/>
              </a:ext>
              <a:ext uri="{C183D7F6-B498-43B3-948B-1728B52AA6E4}">
                <adec:decorative xmlns:adec="http://schemas.microsoft.com/office/drawing/2017/decorative" val="1"/>
              </a:ext>
            </a:extLst>
          </p:cNvPr>
          <p:cNvSpPr/>
          <p:nvPr/>
        </p:nvSpPr>
        <p:spPr>
          <a:xfrm>
            <a:off x="5466" y="-6046"/>
            <a:ext cx="12197741" cy="1694753"/>
          </a:xfrm>
          <a:prstGeom prst="rect">
            <a:avLst/>
          </a:prstGeom>
          <a:gradFill>
            <a:gsLst>
              <a:gs pos="32000">
                <a:srgbClr val="D861D4">
                  <a:alpha val="0"/>
                </a:srgbClr>
              </a:gs>
              <a:gs pos="100000">
                <a:srgbClr val="93258E">
                  <a:alpha val="65882"/>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875520" cy="1033272"/>
          </a:xfrm>
        </p:spPr>
        <p:txBody>
          <a:bodyPr anchor="ctr"/>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2203703"/>
            <a:ext cx="9875520" cy="4067623"/>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37160" y="6455664"/>
            <a:ext cx="3557016" cy="365760"/>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C27853E-A83C-4AE4-BB8D-D1C2F70D8524}" type="datetime2">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487090705"/>
      </p:ext>
    </p:extLst>
  </p:cSld>
  <p:clrMapOvr>
    <a:masterClrMapping/>
  </p:clrMapOvr>
</p:sldLayout>
</file>

<file path=ppt/slideLayouts/slideLayout_8000001F_E23B2E15.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358C6A-FFB7-7F91-94AA-423822AA8C38}"/>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7B507E-31E7-16F8-CF5C-A1250BA873D8}"/>
              </a:ext>
              <a:ext uri="{C183D7F6-B498-43B3-948B-1728B52AA6E4}">
                <adec:decorative xmlns:adec="http://schemas.microsoft.com/office/drawing/2017/decorative" val="1"/>
              </a:ext>
            </a:extLst>
          </p:cNvPr>
          <p:cNvSpPr/>
          <p:nvPr/>
        </p:nvSpPr>
        <p:spPr>
          <a:xfrm flipH="1">
            <a:off x="8022440" y="6406116"/>
            <a:ext cx="4169557"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5488"/>
            <a:ext cx="6400800" cy="1197864"/>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56232"/>
            <a:ext cx="640080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33F47ADC-E381-68F6-8F09-4B69A1B92548}"/>
              </a:ext>
            </a:extLst>
          </p:cNvPr>
          <p:cNvSpPr>
            <a:spLocks noGrp="1"/>
          </p:cNvSpPr>
          <p:nvPr>
            <p:ph type="pic" sz="quarter" idx="15" hasCustomPrompt="1"/>
          </p:nvPr>
        </p:nvSpPr>
        <p:spPr>
          <a:xfrm>
            <a:off x="8022440" y="603504"/>
            <a:ext cx="3553863" cy="5202936"/>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2BDBDAA-674F-41A5-9B7A-63B7C6B4BF31}" type="datetime2">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3795529237"/>
      </p:ext>
    </p:extLst>
  </p:cSld>
  <p:clrMapOvr>
    <a:masterClrMapping/>
  </p:clrMapOvr>
</p:sldLayout>
</file>

<file path=ppt/slideLayouts/slideLayout_8000002A_977D9FC6.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CBED10C-5619-54D2-5D2D-E5D0A3E26E93}"/>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F596777-297F-86C7-883A-2CA5E5F7CD86}"/>
              </a:ext>
              <a:ext uri="{C183D7F6-B498-43B3-948B-1728B52AA6E4}">
                <adec:decorative xmlns:adec="http://schemas.microsoft.com/office/drawing/2017/decorative" val="1"/>
              </a:ext>
            </a:extLst>
          </p:cNvPr>
          <p:cNvSpPr/>
          <p:nvPr/>
        </p:nvSpPr>
        <p:spPr>
          <a:xfrm flipH="1">
            <a:off x="6945630" y="6401228"/>
            <a:ext cx="5246366"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12064"/>
            <a:ext cx="10844784" cy="1170432"/>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BC6A79F2-1363-2482-D116-A2760202AE87}"/>
              </a:ext>
            </a:extLst>
          </p:cNvPr>
          <p:cNvSpPr>
            <a:spLocks noGrp="1"/>
          </p:cNvSpPr>
          <p:nvPr>
            <p:ph type="pic" sz="quarter" idx="15" hasCustomPrompt="1"/>
          </p:nvPr>
        </p:nvSpPr>
        <p:spPr>
          <a:xfrm>
            <a:off x="731520" y="1984247"/>
            <a:ext cx="6214110" cy="3879839"/>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699959" y="1984248"/>
            <a:ext cx="3876346" cy="3879839"/>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C3B1CEA-5D85-42AB-95DF-BF2F02172CA4}" type="datetime2">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2541592518"/>
      </p:ext>
    </p:extLst>
  </p:cSld>
  <p:clrMapOvr>
    <a:masterClrMapping/>
  </p:clrMapOvr>
</p:sldLayout>
</file>

<file path=ppt/slideLayouts/slideLayout_8000002B_532C2EE.xml><?xml version="1.0" encoding="utf-8"?>
<p:sldLayout xmlns:a="http://schemas.openxmlformats.org/drawingml/2006/main" xmlns:r="http://schemas.openxmlformats.org/officeDocument/2006/relationships" xmlns:p="http://schemas.openxmlformats.org/presentationml/2006/main" showMasterSp="0" preserve="1">
  <p:cSld name="Content with Picture 1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2093A5D-CF9E-656F-6E4D-BBE26617BBEC}"/>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7D037C8-31EA-E42D-7880-3FC907A897D8}"/>
              </a:ext>
              <a:ext uri="{C183D7F6-B498-43B3-948B-1728B52AA6E4}">
                <adec:decorative xmlns:adec="http://schemas.microsoft.com/office/drawing/2017/decorative" val="1"/>
              </a:ext>
            </a:extLst>
          </p:cNvPr>
          <p:cNvSpPr/>
          <p:nvPr/>
        </p:nvSpPr>
        <p:spPr>
          <a:xfrm flipH="1">
            <a:off x="4380987" y="6400799"/>
            <a:ext cx="7811009"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886200"/>
            <a:ext cx="3649468" cy="2048256"/>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DC72D447-6660-458A-13D3-C4FF07038659}"/>
              </a:ext>
            </a:extLst>
          </p:cNvPr>
          <p:cNvSpPr>
            <a:spLocks noGrp="1"/>
          </p:cNvSpPr>
          <p:nvPr>
            <p:ph type="pic" sz="quarter" idx="15" hasCustomPrompt="1"/>
          </p:nvPr>
        </p:nvSpPr>
        <p:spPr>
          <a:xfrm>
            <a:off x="731518" y="0"/>
            <a:ext cx="3520440" cy="3648456"/>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148072" y="704088"/>
            <a:ext cx="6428232" cy="5230368"/>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B5151AB-126F-4C4D-9C0D-9B9B07DC1CFA}" type="datetime2">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87212782"/>
      </p:ext>
    </p:extLst>
  </p:cSld>
  <p:clrMapOvr>
    <a:masterClrMapping/>
  </p:clrMapOvr>
</p:sldLayout>
</file>

<file path=ppt/slideLayouts/slideLayout_8000002C_184E4D46.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FEA2F20-DFC9-8EAE-10DC-BC89113C2D4F}"/>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B4C5968-63F8-AF79-49F2-4D9E9C22DD6B}"/>
              </a:ext>
              <a:ext uri="{C183D7F6-B498-43B3-948B-1728B52AA6E4}">
                <adec:decorative xmlns:adec="http://schemas.microsoft.com/office/drawing/2017/decorative" val="1"/>
              </a:ext>
            </a:extLst>
          </p:cNvPr>
          <p:cNvSpPr/>
          <p:nvPr/>
        </p:nvSpPr>
        <p:spPr>
          <a:xfrm flipH="1">
            <a:off x="3626812" y="6400799"/>
            <a:ext cx="8565184"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04088"/>
            <a:ext cx="2895292" cy="158191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4A3F22A9-E31A-48F3-DD64-8A1764532472}"/>
              </a:ext>
            </a:extLst>
          </p:cNvPr>
          <p:cNvSpPr>
            <a:spLocks noGrp="1"/>
          </p:cNvSpPr>
          <p:nvPr>
            <p:ph type="pic" sz="quarter" idx="15" hasCustomPrompt="1"/>
          </p:nvPr>
        </p:nvSpPr>
        <p:spPr>
          <a:xfrm>
            <a:off x="731520" y="2368296"/>
            <a:ext cx="2788920" cy="342900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53128" y="704088"/>
            <a:ext cx="7123176" cy="5175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8EB0D61-5867-4B60-96C2-F34431D24F0C}" type="datetime2">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407784774"/>
      </p:ext>
    </p:extLst>
  </p:cSld>
  <p:clrMapOvr>
    <a:masterClrMapping/>
  </p:clrMapOvr>
</p:sldLayout>
</file>

<file path=ppt/slideLayouts/slideLayout_8000002D_2CDDA0D3.xml><?xml version="1.0" encoding="utf-8"?>
<p:sldLayout xmlns:a="http://schemas.openxmlformats.org/drawingml/2006/main" xmlns:r="http://schemas.openxmlformats.org/officeDocument/2006/relationships" xmlns:p="http://schemas.openxmlformats.org/presentationml/2006/main" showMasterSp="0" preserve="1">
  <p:cSld name="Number Large">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9034161-664F-95F7-2318-8455D39DC535}"/>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9" name="Group 8">
            <a:extLst>
              <a:ext uri="{FF2B5EF4-FFF2-40B4-BE49-F238E27FC236}">
                <a16:creationId xmlns:a16="http://schemas.microsoft.com/office/drawing/2014/main" id="{02F5F8B4-8FF0-1254-0A5B-CC22084F6C2D}"/>
              </a:ext>
              <a:ext uri="{C183D7F6-B498-43B3-948B-1728B52AA6E4}">
                <adec:decorative xmlns:adec="http://schemas.microsoft.com/office/drawing/2017/decorative" val="1"/>
              </a:ext>
            </a:extLst>
          </p:cNvPr>
          <p:cNvGrpSpPr/>
          <p:nvPr/>
        </p:nvGrpSpPr>
        <p:grpSpPr>
          <a:xfrm flipH="1" flipV="1">
            <a:off x="-12756" y="2522"/>
            <a:ext cx="12217513" cy="6863044"/>
            <a:chOff x="585170" y="-169430"/>
            <a:chExt cx="12217513" cy="6863044"/>
          </a:xfrm>
        </p:grpSpPr>
        <p:sp>
          <p:nvSpPr>
            <p:cNvPr id="10" name="Rectangle 9">
              <a:extLst>
                <a:ext uri="{FF2B5EF4-FFF2-40B4-BE49-F238E27FC236}">
                  <a16:creationId xmlns:a16="http://schemas.microsoft.com/office/drawing/2014/main" id="{5B4E1ECA-F93C-A483-C4F1-29C42597B7D2}"/>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C06865F-89CC-BE15-EAA2-7DE6517391D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EAFE0B0-2261-5CA7-AE61-EDC374B643E3}"/>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F7AA7DB0-DE62-3BEE-FB72-481649D63F9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Rectangle 13">
            <a:extLst>
              <a:ext uri="{FF2B5EF4-FFF2-40B4-BE49-F238E27FC236}">
                <a16:creationId xmlns:a16="http://schemas.microsoft.com/office/drawing/2014/main" id="{B3FCEE29-6799-F2C5-729F-491AE62D49D7}"/>
              </a:ext>
              <a:ext uri="{C183D7F6-B498-43B3-948B-1728B52AA6E4}">
                <adec:decorative xmlns:adec="http://schemas.microsoft.com/office/drawing/2017/decorative" val="1"/>
              </a:ext>
            </a:extLst>
          </p:cNvPr>
          <p:cNvSpPr/>
          <p:nvPr/>
        </p:nvSpPr>
        <p:spPr>
          <a:xfrm>
            <a:off x="-18286" y="4719145"/>
            <a:ext cx="12221346" cy="214894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1060704" y="4974336"/>
            <a:ext cx="10433304" cy="1444752"/>
          </a:xfrm>
        </p:spPr>
        <p:txBody>
          <a:bodyPr anchor="ctr">
            <a:normAutofit/>
          </a:bodyPr>
          <a:lstStyle>
            <a:lvl1pPr algn="ctr">
              <a:lnSpc>
                <a:spcPct val="120000"/>
              </a:lnSpc>
              <a:defRPr sz="2800" b="0" cap="all" spc="300" baseline="0">
                <a:solidFill>
                  <a:schemeClr val="bg1"/>
                </a:solidFill>
                <a:latin typeface="+mn-lt"/>
              </a:defRPr>
            </a:lvl1pPr>
          </a:lstStyle>
          <a:p>
            <a:r>
              <a:rPr lang="en-US"/>
              <a:t>Click to edit Master title style</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1060704" y="704088"/>
            <a:ext cx="10661904" cy="3849624"/>
          </a:xfrm>
        </p:spPr>
        <p:txBody>
          <a:bodyPr anchor="b">
            <a:normAutofit/>
          </a:bodyPr>
          <a:lstStyle>
            <a:lvl1pPr marL="0" indent="0" algn="ctr">
              <a:buNone/>
              <a:defRPr sz="27000" b="1">
                <a:solidFill>
                  <a:schemeClr val="tx1"/>
                </a:solidFill>
                <a:latin typeface="+mj-lt"/>
              </a:defRPr>
            </a:lvl1pPr>
          </a:lstStyle>
          <a:p>
            <a:pPr lvl="0"/>
            <a:r>
              <a:rPr lang="en-US"/>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774365B4-2BDD-42A8-8AD0-4FD66D3F5C4E}" type="datetime2">
              <a:rPr lang="en-US" smtClean="0"/>
              <a:t/>
            </a:fld>
            <a:endParaRPr lang="en-US"/>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752722131"/>
      </p:ext>
    </p:extLst>
  </p:cSld>
  <p:clrMapOvr>
    <a:overrideClrMapping bg1="dk1" tx1="lt1" bg2="dk2" tx2="lt2" accent1="accent1" accent2="accent2" accent3="accent3" accent4="accent4" accent5="accent5" accent6="accent6" hlink="hlink" folHlink="folHlink"/>
  </p:clrMapOvr>
</p:sldLayout>
</file>

<file path=ppt/slideLayouts/slideLayout_8000002E_CF9A3FA.xml><?xml version="1.0" encoding="utf-8"?>
<p:sldLayout xmlns:a="http://schemas.openxmlformats.org/drawingml/2006/main" xmlns:r="http://schemas.openxmlformats.org/officeDocument/2006/relationships" xmlns:p="http://schemas.openxmlformats.org/presentationml/2006/main" showMasterSp="0" preserve="1">
  <p:cSld name="Number Large 2">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0BB2D57-DDE5-A73E-9F8B-DA3ACB699FFB}"/>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15" name="Rectangle 14">
            <a:extLst>
              <a:ext uri="{FF2B5EF4-FFF2-40B4-BE49-F238E27FC236}">
                <a16:creationId xmlns:a16="http://schemas.microsoft.com/office/drawing/2014/main" id="{F366F834-30C7-711B-1DA9-E85C7CC17F11}"/>
              </a:ext>
              <a:ext uri="{C183D7F6-B498-43B3-948B-1728B52AA6E4}">
                <adec:decorative xmlns:adec="http://schemas.microsoft.com/office/drawing/2017/decorative" val="1"/>
              </a:ext>
            </a:extLst>
          </p:cNvPr>
          <p:cNvSpPr/>
          <p:nvPr/>
        </p:nvSpPr>
        <p:spPr>
          <a:xfrm flipH="1">
            <a:off x="18287" y="-2522"/>
            <a:ext cx="12192000" cy="6865568"/>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766A7B6-C07F-DDF6-2DA7-A25316E3DB49}"/>
              </a:ext>
              <a:ext uri="{C183D7F6-B498-43B3-948B-1728B52AA6E4}">
                <adec:decorative xmlns:adec="http://schemas.microsoft.com/office/drawing/2017/decorative" val="1"/>
              </a:ext>
            </a:extLst>
          </p:cNvPr>
          <p:cNvSpPr/>
          <p:nvPr/>
        </p:nvSpPr>
        <p:spPr>
          <a:xfrm>
            <a:off x="-7227" y="-5045"/>
            <a:ext cx="12217513" cy="6868091"/>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D61767CC-CF27-DF8F-8449-932B71E7F814}"/>
              </a:ext>
              <a:ext uri="{C183D7F6-B498-43B3-948B-1728B52AA6E4}">
                <adec:decorative xmlns:adec="http://schemas.microsoft.com/office/drawing/2017/decorative" val="1"/>
              </a:ext>
            </a:extLst>
          </p:cNvPr>
          <p:cNvSpPr/>
          <p:nvPr/>
        </p:nvSpPr>
        <p:spPr>
          <a:xfrm rot="10800000" flipH="1">
            <a:off x="429475" y="-5045"/>
            <a:ext cx="11788038"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FCDF59EC-E66B-10C0-FD29-4F5A7C07CC05}"/>
              </a:ext>
              <a:ext uri="{C183D7F6-B498-43B3-948B-1728B52AA6E4}">
                <adec:decorative xmlns:adec="http://schemas.microsoft.com/office/drawing/2017/decorative" val="1"/>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8">
            <a:extLst>
              <a:ext uri="{FF2B5EF4-FFF2-40B4-BE49-F238E27FC236}">
                <a16:creationId xmlns:a16="http://schemas.microsoft.com/office/drawing/2014/main" id="{014A4547-53B1-493D-CE90-DA2AB946D64A}"/>
              </a:ext>
              <a:ext uri="{C183D7F6-B498-43B3-948B-1728B52AA6E4}">
                <adec:decorative xmlns:adec="http://schemas.microsoft.com/office/drawing/2017/decorative" val="1"/>
              </a:ext>
            </a:extLst>
          </p:cNvPr>
          <p:cNvSpPr/>
          <p:nvPr/>
        </p:nvSpPr>
        <p:spPr>
          <a:xfrm rot="16200000">
            <a:off x="-900224" y="892997"/>
            <a:ext cx="6860522" cy="5074531"/>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2057400" y="4809744"/>
            <a:ext cx="8156448" cy="1545336"/>
          </a:xfrm>
        </p:spPr>
        <p:txBody>
          <a:bodyPr anchor="t">
            <a:normAutofit/>
          </a:bodyPr>
          <a:lstStyle>
            <a:lvl1pPr algn="ctr">
              <a:lnSpc>
                <a:spcPct val="120000"/>
              </a:lnSpc>
              <a:defRPr sz="2800" b="0" cap="all" spc="300" baseline="0">
                <a:solidFill>
                  <a:schemeClr val="tx1"/>
                </a:solidFill>
                <a:latin typeface="+mn-lt"/>
              </a:defRPr>
            </a:lvl1pPr>
          </a:lstStyle>
          <a:p>
            <a:r>
              <a:rPr lang="en-US"/>
              <a:t>Click to edit Master title style</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822960" y="603504"/>
            <a:ext cx="10543032" cy="4114800"/>
          </a:xfrm>
        </p:spPr>
        <p:txBody>
          <a:bodyPr anchor="b">
            <a:normAutofit/>
          </a:bodyPr>
          <a:lstStyle>
            <a:lvl1pPr marL="0" indent="0" algn="ctr">
              <a:buNone/>
              <a:defRPr sz="25000" b="1">
                <a:solidFill>
                  <a:schemeClr val="tx1"/>
                </a:solidFill>
                <a:latin typeface="+mj-lt"/>
              </a:defRPr>
            </a:lvl1pPr>
          </a:lstStyle>
          <a:p>
            <a:pPr lvl="0"/>
            <a:r>
              <a:rPr lang="en-US"/>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tx1"/>
                </a:solidFill>
              </a:defRPr>
            </a:lvl1pPr>
          </a:lstStyle>
          <a:p>
            <a:fld id="{18042AE0-E8A0-4C07-BDCE-3F5EAB477031}" type="datetime2">
              <a:rPr lang="en-US" smtClean="0"/>
              <a:t/>
            </a:fld>
            <a:endParaRPr lang="en-US"/>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217687034"/>
      </p:ext>
    </p:extLst>
  </p:cSld>
  <p:clrMapOvr>
    <a:overrideClrMapping bg1="dk1" tx1="lt1" bg2="dk2" tx2="lt2" accent1="accent1" accent2="accent2" accent3="accent3" accent4="accent4" accent5="accent5" accent6="accent6" hlink="hlink" folHlink="folHlink"/>
  </p:clrMapOvr>
</p:sldLayout>
</file>

<file path=ppt/slideLayouts/slideLayout_8000002F_CEB0BBAF.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731520" y="4809744"/>
            <a:ext cx="5897880" cy="1353312"/>
          </a:xfrm>
        </p:spPr>
        <p:txBody>
          <a:bodyPr vert="horz" lIns="91440" tIns="45720" rIns="91440" bIns="45720" rtlCol="0" anchor="t">
            <a:normAutofit/>
          </a:bodyPr>
          <a:lstStyle>
            <a:lvl1pPr>
              <a:lnSpc>
                <a:spcPct val="120000"/>
              </a:lnSpc>
              <a:defRPr lang="en-US" sz="2800" b="0" dirty="0">
                <a:latin typeface="+mn-lt"/>
              </a:defRPr>
            </a:lvl1pPr>
          </a:lstStyle>
          <a:p>
            <a:pPr lvl="0"/>
            <a:r>
              <a:rPr lang="en-US"/>
              <a:t>Click to edit Master title style</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731520" y="603504"/>
            <a:ext cx="10863072" cy="4206240"/>
          </a:xfrm>
        </p:spPr>
        <p:txBody>
          <a:bodyPr vert="horz" lIns="91440" tIns="45720" rIns="91440" bIns="45720" rtlCol="0" anchor="b">
            <a:normAutofit/>
          </a:bodyPr>
          <a:lstStyle>
            <a:lvl1pPr marL="0" indent="0">
              <a:buNone/>
              <a:defRPr lang="en-US" sz="27800" b="1" dirty="0">
                <a:latin typeface="+mj-lt"/>
              </a:defRPr>
            </a:lvl1pPr>
          </a:lstStyle>
          <a:p>
            <a:pPr lvl="0"/>
            <a:r>
              <a:rPr lang="en-US"/>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118D1234-C791-4FA0-B7BF-3B97E1AFD349}" type="datetime2">
              <a:rPr lang="en-US" smtClean="0"/>
              <a:t/>
            </a:fld>
            <a:endParaRPr lang="en-US"/>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3467688879"/>
      </p:ext>
    </p:extLst>
  </p:cSld>
  <p:clrMapOvr>
    <a:masterClrMapping/>
  </p:clrMapOvr>
</p:sldLayout>
</file>

<file path=ppt/slideLayouts/slideLayout_8000003A_3CF89D6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31520" y="553616"/>
            <a:ext cx="3595634" cy="1757505"/>
          </a:xfrm>
        </p:spPr>
        <p:txBody>
          <a:bodyPr anchor="t">
            <a:normAutofit/>
          </a:bodyPr>
          <a:lstStyle>
            <a:lvl1pPr>
              <a:defRPr sz="2800"/>
            </a:lvl1pPr>
          </a:lstStyle>
          <a:p>
            <a:r>
              <a:rPr lang="en-US"/>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31520" y="2311122"/>
            <a:ext cx="3309608" cy="3824566"/>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5" y="553616"/>
            <a:ext cx="6439309" cy="558207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4B8D072B-0F30-4743-AD00-90BD7F92FC91}" type="datetime2">
              <a:rPr lang="en-US" smtClean="0"/>
              <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1022926178"/>
      </p:ext>
    </p:extLst>
  </p:cSld>
  <p:clrMapOvr>
    <a:masterClrMapping/>
  </p:clrMapOvr>
</p:sldLayout>
</file>

<file path=ppt/slideLayouts/slideLayout_8000003B_FEF9DCD.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31520" y="557784"/>
            <a:ext cx="3713996" cy="221231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731520" y="2826137"/>
            <a:ext cx="3310128" cy="3153877"/>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id="{6E5A5D34-8853-9D0F-8F1B-90E5CC5A7D5F}"/>
              </a:ext>
            </a:extLst>
          </p:cNvPr>
          <p:cNvSpPr>
            <a:spLocks noGrp="1"/>
          </p:cNvSpPr>
          <p:nvPr>
            <p:ph type="pic" sz="quarter" idx="13" hasCustomPrompt="1"/>
          </p:nvPr>
        </p:nvSpPr>
        <p:spPr>
          <a:xfrm>
            <a:off x="5421313" y="603504"/>
            <a:ext cx="6154737" cy="5376510"/>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EF8FF1A8-4BF9-4B7D-9A44-0F91B76D49BD}" type="datetime2">
              <a:rPr lang="en-US" smtClean="0"/>
              <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267361741"/>
      </p:ext>
    </p:extLst>
  </p:cSld>
  <p:clrMapOvr>
    <a:masterClrMapping/>
  </p:clrMapOvr>
</p:sldLayout>
</file>

<file path=ppt/slideLayouts/slideLayout_8000003C_A961356.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51DC8D0-ECB3-9C81-4ADA-D2C30B00B146}"/>
              </a:ext>
              <a:ext uri="{C183D7F6-B498-43B3-948B-1728B52AA6E4}">
                <adec:decorative xmlns:adec="http://schemas.microsoft.com/office/drawing/2017/decorative" val="1"/>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A9673D-65B2-D6C4-C53F-8652E7E8A8A2}"/>
              </a:ext>
              <a:ext uri="{C183D7F6-B498-43B3-948B-1728B52AA6E4}">
                <adec:decorative xmlns:adec="http://schemas.microsoft.com/office/drawing/2017/decorative" val="1"/>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32E07E3-56CC-285D-C461-695C95F6ECD4}"/>
              </a:ext>
              <a:ext uri="{C183D7F6-B498-43B3-948B-1728B52AA6E4}">
                <adec:decorative xmlns:adec="http://schemas.microsoft.com/office/drawing/2017/decorative" val="1"/>
              </a:ext>
            </a:extLst>
          </p:cNvPr>
          <p:cNvSpPr/>
          <p:nvPr/>
        </p:nvSpPr>
        <p:spPr>
          <a:xfrm rot="10800000">
            <a:off x="8115300" y="-1"/>
            <a:ext cx="4076700" cy="3200400"/>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F013C450-5422-C684-DC49-499D1A1B957B}"/>
              </a:ext>
              <a:ext uri="{C183D7F6-B498-43B3-948B-1728B52AA6E4}">
                <adec:decorative xmlns:adec="http://schemas.microsoft.com/office/drawing/2017/decorative" val="1"/>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10881360" cy="1728216"/>
          </a:xfrm>
        </p:spPr>
        <p:txBody>
          <a:bodyPr anchor="b">
            <a:normAutofit/>
          </a:bodyPr>
          <a:lstStyle>
            <a:lvl1pPr>
              <a:defRPr sz="6000">
                <a:solidFill>
                  <a:schemeClr val="bg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731520" y="3657600"/>
            <a:ext cx="10881360" cy="27432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F7636FB-A6BA-4E3C-9023-5FBFE4689724}" type="datetime2">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177607510"/>
      </p:ext>
    </p:extLst>
  </p:cSld>
  <p:clrMapOvr>
    <a:overrideClrMapping bg1="lt1" tx1="dk1" bg2="lt2" tx2="dk2" accent1="accent1" accent2="accent2" accent3="accent3" accent4="accent4" accent5="accent5" accent6="accent6" hlink="hlink" folHlink="folHlink"/>
  </p:clrMapOvr>
</p:sldLayout>
</file>

<file path=ppt/slideLayouts/slideLayout_8000003D_ECD3DF9E.xml><?xml version="1.0" encoding="utf-8"?>
<p:sldLayout xmlns:a="http://schemas.openxmlformats.org/drawingml/2006/main" xmlns:r="http://schemas.openxmlformats.org/officeDocument/2006/relationships" xmlns:p="http://schemas.openxmlformats.org/presentationml/2006/main" showMasterSp="0" preserve="1">
  <p:cSld name="Conclusion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617130E-6216-789E-BE08-6D1E3E75622B}"/>
              </a:ext>
              <a:ext uri="{C183D7F6-B498-43B3-948B-1728B52AA6E4}">
                <adec:decorative xmlns:adec="http://schemas.microsoft.com/office/drawing/2017/decorative" val="1"/>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7499983-7B9C-7C3D-25C2-1715A4226DE4}"/>
              </a:ext>
              <a:ext uri="{C183D7F6-B498-43B3-948B-1728B52AA6E4}">
                <adec:decorative xmlns:adec="http://schemas.microsoft.com/office/drawing/2017/decorative" val="1"/>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0492B90-6109-F01B-1ABB-6BED7A1F1389}"/>
              </a:ext>
              <a:ext uri="{C183D7F6-B498-43B3-948B-1728B52AA6E4}">
                <adec:decorative xmlns:adec="http://schemas.microsoft.com/office/drawing/2017/decorative" val="1"/>
              </a:ext>
            </a:extLst>
          </p:cNvPr>
          <p:cNvSpPr/>
          <p:nvPr/>
        </p:nvSpPr>
        <p:spPr>
          <a:xfrm rot="10800000">
            <a:off x="8115300" y="-5"/>
            <a:ext cx="4076700" cy="3200404"/>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8F1BDFB-261A-F796-17BC-584DAB2E77B1}"/>
              </a:ext>
              <a:ext uri="{C183D7F6-B498-43B3-948B-1728B52AA6E4}">
                <adec:decorative xmlns:adec="http://schemas.microsoft.com/office/drawing/2017/decorative" val="1"/>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9994392" cy="1728216"/>
          </a:xfrm>
        </p:spPr>
        <p:txBody>
          <a:bodyPr anchor="b">
            <a:normAutofit/>
          </a:bodyPr>
          <a:lstStyle>
            <a:lvl1pPr>
              <a:defRPr sz="6000">
                <a:solidFill>
                  <a:schemeClr val="bg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31520" y="3931920"/>
            <a:ext cx="9994392" cy="1806728"/>
          </a:xfrm>
        </p:spPr>
        <p:txBody>
          <a:bodyPr vert="horz" lIns="91440" tIns="45720" rIns="91440" bIns="45720" rtlCol="0">
            <a:normAutofit/>
          </a:bodyPr>
          <a:lstStyle>
            <a:lvl1pPr marL="0" indent="0">
              <a:buNone/>
              <a:defRPr lang="en-US" sz="2400" dirty="0"/>
            </a:lvl1pPr>
            <a:lvl2pPr marL="228600" indent="0">
              <a:buNone/>
              <a:defRPr lang="en-US" sz="2000" dirty="0"/>
            </a:lvl2pPr>
            <a:lvl3pPr marL="457200" indent="0">
              <a:buNone/>
              <a:defRPr lang="en-US" sz="1800" dirty="0"/>
            </a:lvl3pPr>
            <a:lvl4pPr marL="685800" indent="0">
              <a:buNone/>
              <a:defRPr lang="en-US" sz="16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BFE3FE3-B74C-4213-AB2F-60F99F3419C3}" type="datetime2">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3973308318"/>
      </p:ext>
    </p:extLst>
  </p:cSld>
  <p:clrMapOvr>
    <a:overrideClrMapping bg1="lt1" tx1="dk1" bg2="lt2" tx2="dk2" accent1="accent1" accent2="accent2" accent3="accent3" accent4="accent4" accent5="accent5" accent6="accent6" hlink="hlink" folHlink="folHlink"/>
  </p:clrMapOvr>
</p:sldLayout>
</file>

<file path=ppt/slideLayouts/slideLayout_80000001_DBAE01FA.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FA13483-A24C-97DB-1FAB-B1EE383D6793}"/>
              </a:ext>
              <a:ext uri="{C183D7F6-B498-43B3-948B-1728B52AA6E4}">
                <adec:decorative xmlns:adec="http://schemas.microsoft.com/office/drawing/2017/decorative" val="1"/>
              </a:ext>
            </a:extLst>
          </p:cNvPr>
          <p:cNvSpPr/>
          <p:nvPr/>
        </p:nvSpPr>
        <p:spPr>
          <a:xfrm>
            <a:off x="5067300" y="-429"/>
            <a:ext cx="7142987" cy="6858429"/>
          </a:xfrm>
          <a:prstGeom prst="rect">
            <a:avLst/>
          </a:prstGeom>
          <a:gradFill>
            <a:gsLst>
              <a:gs pos="0">
                <a:srgbClr val="FF411C"/>
              </a:gs>
              <a:gs pos="100000">
                <a:srgbClr val="92248E"/>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30CBF15A-228E-7325-6D7D-982EA5375DC4}"/>
              </a:ext>
              <a:ext uri="{C183D7F6-B498-43B3-948B-1728B52AA6E4}">
                <adec:decorative xmlns:adec="http://schemas.microsoft.com/office/drawing/2017/decorative" val="1"/>
              </a:ext>
            </a:extLst>
          </p:cNvPr>
          <p:cNvSpPr/>
          <p:nvPr/>
        </p:nvSpPr>
        <p:spPr>
          <a:xfrm>
            <a:off x="5067301" y="0"/>
            <a:ext cx="7158340" cy="6858000"/>
          </a:xfrm>
          <a:prstGeom prst="rect">
            <a:avLst/>
          </a:prstGeom>
          <a:gradFill>
            <a:gsLst>
              <a:gs pos="27000">
                <a:srgbClr val="DA002F">
                  <a:alpha val="6000"/>
                </a:srgbClr>
              </a:gs>
              <a:gs pos="98000">
                <a:srgbClr val="9B3597">
                  <a:alpha val="72941"/>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EBBC545E-CFDF-A40B-046E-AEC9E529B81C}"/>
              </a:ext>
              <a:ext uri="{C183D7F6-B498-43B3-948B-1728B52AA6E4}">
                <adec:decorative xmlns:adec="http://schemas.microsoft.com/office/drawing/2017/decorative" val="1"/>
              </a:ext>
            </a:extLst>
          </p:cNvPr>
          <p:cNvSpPr/>
          <p:nvPr/>
        </p:nvSpPr>
        <p:spPr>
          <a:xfrm rot="10800000">
            <a:off x="5067300" y="4571999"/>
            <a:ext cx="7140054" cy="2286000"/>
          </a:xfrm>
          <a:prstGeom prst="rect">
            <a:avLst/>
          </a:prstGeom>
          <a:gradFill>
            <a:gsLst>
              <a:gs pos="28000">
                <a:srgbClr val="FF907A">
                  <a:alpha val="40000"/>
                </a:srgbClr>
              </a:gs>
              <a:gs pos="100000">
                <a:srgbClr val="DA002F">
                  <a:alpha val="20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B90503D3-D62B-0038-E24C-05C4B676AF66}"/>
              </a:ext>
              <a:ext uri="{C183D7F6-B498-43B3-948B-1728B52AA6E4}">
                <adec:decorative xmlns:adec="http://schemas.microsoft.com/office/drawing/2017/decorative" val="1"/>
              </a:ext>
            </a:extLst>
          </p:cNvPr>
          <p:cNvSpPr/>
          <p:nvPr/>
        </p:nvSpPr>
        <p:spPr>
          <a:xfrm rot="13704304">
            <a:off x="6080918" y="830588"/>
            <a:ext cx="4998441" cy="4998441"/>
          </a:xfrm>
          <a:prstGeom prst="ellipse">
            <a:avLst/>
          </a:prstGeom>
          <a:gradFill>
            <a:gsLst>
              <a:gs pos="39000">
                <a:srgbClr val="FFDBCC">
                  <a:alpha val="0"/>
                </a:srgbClr>
              </a:gs>
              <a:gs pos="100000">
                <a:srgbClr val="FF907A">
                  <a:alpha val="20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87568" y="1270535"/>
            <a:ext cx="5513832" cy="2889504"/>
          </a:xfrm>
        </p:spPr>
        <p:txBody>
          <a:bodyPr vert="horz" lIns="91440" tIns="45720" rIns="91440" bIns="45720" rtlCol="0" anchor="b">
            <a:normAutofit/>
          </a:bodyPr>
          <a:lstStyle>
            <a:lvl1pPr>
              <a:defRPr lang="en-US" sz="3600" cap="all" spc="700" baseline="0" dirty="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687568" y="4974336"/>
            <a:ext cx="5715000" cy="1481328"/>
          </a:xfrm>
        </p:spPr>
        <p:txBody>
          <a:bodyPr vert="horz" lIns="91440" tIns="45720" rIns="91440" bIns="45720" rtlCol="0" anchor="ctr">
            <a:normAutofit/>
          </a:bodyPr>
          <a:lstStyle>
            <a:lvl1pPr marL="0" indent="0">
              <a:buNone/>
              <a:defRPr lang="en-US" cap="all" spc="400" baseline="0" dirty="0">
                <a:solidFill>
                  <a:schemeClr val="tx1"/>
                </a:solidFill>
              </a:defRPr>
            </a:lvl1pPr>
          </a:lstStyle>
          <a:p>
            <a:pPr lvl="0"/>
            <a:r>
              <a:rPr lang="en-US"/>
              <a:t>Click to edit Master subtitle style</a:t>
            </a:r>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0" y="0"/>
            <a:ext cx="5067300" cy="6858000"/>
          </a:xfrm>
          <a:blipFill>
            <a:blip r:embed="rId2">
              <a:alphaModFix amt="7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687566" y="6455664"/>
            <a:ext cx="2902571" cy="365760"/>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608425" y="6455664"/>
            <a:ext cx="2986167" cy="365760"/>
          </a:xfrm>
        </p:spPr>
        <p:txBody>
          <a:bodyPr/>
          <a:lstStyle>
            <a:lvl1pPr>
              <a:defRPr>
                <a:solidFill>
                  <a:schemeClr val="tx1"/>
                </a:solidFill>
              </a:defRPr>
            </a:lvl1pPr>
          </a:lstStyle>
          <a:p>
            <a:fld id="{8AF2F4EA-388B-424B-AC17-965C10DAF675}" type="datetime2">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36856140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2_65DC8DC4.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985248" cy="960120"/>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1563624"/>
            <a:ext cx="9985248"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E7ACF9F-8FDB-4ADC-A9FD-4B179047B36A}" type="datetime2">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1708953028"/>
      </p:ext>
    </p:extLst>
  </p:cSld>
  <p:clrMapOvr>
    <a:masterClrMapping/>
  </p:clrMapOvr>
</p:sldLayout>
</file>

<file path=ppt/slideLayouts/slideLayout_80000003_C0C1F50B.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CCAF72-A322-2B88-2E9E-10B288C8315E}"/>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A2EF993-7F0D-4ECF-FD85-4AAFAAAF91C6}"/>
              </a:ext>
              <a:ext uri="{C183D7F6-B498-43B3-948B-1728B52AA6E4}">
                <adec:decorative xmlns:adec="http://schemas.microsoft.com/office/drawing/2017/decorative" val="1"/>
              </a:ext>
            </a:extLst>
          </p:cNvPr>
          <p:cNvSpPr/>
          <p:nvPr/>
        </p:nvSpPr>
        <p:spPr>
          <a:xfrm rot="10800000" flipH="1">
            <a:off x="0" y="4571999"/>
            <a:ext cx="12192003" cy="2286219"/>
          </a:xfrm>
          <a:prstGeom prst="rect">
            <a:avLst/>
          </a:prstGeom>
          <a:gradFill>
            <a:gsLst>
              <a:gs pos="0">
                <a:srgbClr val="FF907A"/>
              </a:gs>
              <a:gs pos="100000">
                <a:srgbClr val="DA002F"/>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C6D141E1-516D-D7D9-7CAC-EBABCB077CDD}"/>
              </a:ext>
              <a:ext uri="{C183D7F6-B498-43B3-948B-1728B52AA6E4}">
                <adec:decorative xmlns:adec="http://schemas.microsoft.com/office/drawing/2017/decorative" val="1"/>
              </a:ext>
            </a:extLst>
          </p:cNvPr>
          <p:cNvSpPr/>
          <p:nvPr/>
        </p:nvSpPr>
        <p:spPr>
          <a:xfrm rot="10800000" flipH="1">
            <a:off x="4038600" y="4571779"/>
            <a:ext cx="8151938" cy="2286329"/>
          </a:xfrm>
          <a:prstGeom prst="rect">
            <a:avLst/>
          </a:prstGeom>
          <a:gradFill>
            <a:gsLst>
              <a:gs pos="0">
                <a:srgbClr val="FF5076">
                  <a:alpha val="0"/>
                </a:srgbClr>
              </a:gs>
              <a:gs pos="99000">
                <a:srgbClr val="91049C">
                  <a:alpha val="81961"/>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Freeform: Shape 10">
            <a:extLst>
              <a:ext uri="{FF2B5EF4-FFF2-40B4-BE49-F238E27FC236}">
                <a16:creationId xmlns:a16="http://schemas.microsoft.com/office/drawing/2014/main" id="{D973ECF1-2707-D092-89EA-AC6D4B79E56F}"/>
              </a:ext>
              <a:ext uri="{C183D7F6-B498-43B3-948B-1728B52AA6E4}">
                <adec:decorative xmlns:adec="http://schemas.microsoft.com/office/drawing/2017/decorative" val="1"/>
              </a:ext>
            </a:extLst>
          </p:cNvPr>
          <p:cNvSpPr/>
          <p:nvPr/>
        </p:nvSpPr>
        <p:spPr>
          <a:xfrm rot="14834054">
            <a:off x="3015414" y="2996601"/>
            <a:ext cx="2352194" cy="3826944"/>
          </a:xfrm>
          <a:custGeom>
            <a:avLst/>
            <a:gdLst>
              <a:gd name="connsiteX0" fmla="*/ 2352194 w 2352194"/>
              <a:gd name="connsiteY0" fmla="*/ 8624 h 3826944"/>
              <a:gd name="connsiteX1" fmla="*/ 749804 w 2352194"/>
              <a:gd name="connsiteY1" fmla="*/ 3826944 h 3826944"/>
              <a:gd name="connsiteX2" fmla="*/ 566692 w 2352194"/>
              <a:gd name="connsiteY2" fmla="*/ 3648149 h 3826944"/>
              <a:gd name="connsiteX3" fmla="*/ 0 w 2352194"/>
              <a:gd name="connsiteY3" fmla="*/ 2181415 h 3826944"/>
              <a:gd name="connsiteX4" fmla="*/ 2181415 w 2352194"/>
              <a:gd name="connsiteY4" fmla="*/ 0 h 3826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194" h="3826944">
                <a:moveTo>
                  <a:pt x="2352194" y="8624"/>
                </a:moveTo>
                <a:lnTo>
                  <a:pt x="749804" y="3826944"/>
                </a:lnTo>
                <a:lnTo>
                  <a:pt x="566692" y="3648149"/>
                </a:lnTo>
                <a:cubicBezTo>
                  <a:pt x="214596" y="3260758"/>
                  <a:pt x="0" y="2746147"/>
                  <a:pt x="0" y="2181415"/>
                </a:cubicBezTo>
                <a:cubicBezTo>
                  <a:pt x="0" y="976653"/>
                  <a:pt x="976652" y="0"/>
                  <a:pt x="2181415" y="0"/>
                </a:cubicBezTo>
                <a:close/>
              </a:path>
            </a:pathLst>
          </a:custGeom>
          <a:gradFill>
            <a:gsLst>
              <a:gs pos="0">
                <a:srgbClr val="FFBCAF">
                  <a:alpha val="33725"/>
                </a:srgbClr>
              </a:gs>
              <a:gs pos="100000">
                <a:srgbClr val="FF907A">
                  <a:alpha val="0"/>
                </a:srgb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F09FDFDA-46A6-DCC7-FA34-612FC4BF8109}"/>
              </a:ext>
              <a:ext uri="{C183D7F6-B498-43B3-948B-1728B52AA6E4}">
                <adec:decorative xmlns:adec="http://schemas.microsoft.com/office/drawing/2017/decorative" val="1"/>
              </a:ext>
            </a:extLst>
          </p:cNvPr>
          <p:cNvSpPr/>
          <p:nvPr/>
        </p:nvSpPr>
        <p:spPr>
          <a:xfrm flipH="1">
            <a:off x="3047998" y="4571999"/>
            <a:ext cx="9143999" cy="1841109"/>
          </a:xfrm>
          <a:prstGeom prst="rect">
            <a:avLst/>
          </a:prstGeom>
          <a:gradFill>
            <a:gsLst>
              <a:gs pos="0">
                <a:srgbClr val="FF411C">
                  <a:alpha val="29804"/>
                </a:srgbClr>
              </a:gs>
              <a:gs pos="78000">
                <a:srgbClr val="DA002F">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4791456"/>
            <a:ext cx="10570464" cy="1170432"/>
          </a:xfrm>
        </p:spPr>
        <p:txBody>
          <a:bodyPr vert="horz" lIns="91440" tIns="45720" rIns="91440" bIns="45720" rtlCol="0" anchor="b">
            <a:normAutofit/>
          </a:bodyPr>
          <a:lstStyle>
            <a:lvl1pPr>
              <a:defRPr lang="en-US" sz="4000" cap="all" spc="700" baseline="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6025896"/>
            <a:ext cx="10579608" cy="429768"/>
          </a:xfrm>
        </p:spPr>
        <p:txBody>
          <a:bodyPr vert="horz" lIns="91440" tIns="45720" rIns="91440" bIns="45720" rtlCol="0">
            <a:normAutofit/>
          </a:bodyPr>
          <a:lstStyle>
            <a:lvl1pPr marL="0" indent="0">
              <a:buNone/>
              <a:defRPr lang="en-US" sz="1600" cap="all" spc="400" baseline="0">
                <a:solidFill>
                  <a:schemeClr val="tx1"/>
                </a:solidFill>
                <a:latin typeface="+mj-lt"/>
              </a:defRPr>
            </a:lvl1pPr>
          </a:lstStyle>
          <a:p>
            <a:pPr lvl="0"/>
            <a:r>
              <a:rPr lang="en-US"/>
              <a:t>Click to edit Master subtitle style</a:t>
            </a:r>
          </a:p>
        </p:txBody>
      </p:sp>
      <p:sp>
        <p:nvSpPr>
          <p:cNvPr id="17" name="Picture Placeholder 16">
            <a:extLst>
              <a:ext uri="{FF2B5EF4-FFF2-40B4-BE49-F238E27FC236}">
                <a16:creationId xmlns:a16="http://schemas.microsoft.com/office/drawing/2014/main" id="{CC20621E-D3A1-DE2F-A48A-0A5F27957211}"/>
              </a:ext>
            </a:extLst>
          </p:cNvPr>
          <p:cNvSpPr>
            <a:spLocks noGrp="1"/>
          </p:cNvSpPr>
          <p:nvPr>
            <p:ph type="pic" sz="quarter" idx="13" hasCustomPrompt="1"/>
          </p:nvPr>
        </p:nvSpPr>
        <p:spPr>
          <a:xfrm>
            <a:off x="0" y="0"/>
            <a:ext cx="12192000" cy="4572000"/>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19" name="Footer Placeholder 18">
            <a:extLst>
              <a:ext uri="{FF2B5EF4-FFF2-40B4-BE49-F238E27FC236}">
                <a16:creationId xmlns:a16="http://schemas.microsoft.com/office/drawing/2014/main" id="{382602B3-F8C3-D957-5C3F-DF1749FA8532}"/>
              </a:ext>
            </a:extLst>
          </p:cNvPr>
          <p:cNvSpPr>
            <a:spLocks noGrp="1"/>
          </p:cNvSpPr>
          <p:nvPr>
            <p:ph type="ftr" sz="quarter" idx="15"/>
          </p:nvPr>
        </p:nvSpPr>
        <p:spPr>
          <a:xfrm>
            <a:off x="731520" y="6455664"/>
            <a:ext cx="3557016" cy="365760"/>
          </a:xfrm>
        </p:spPr>
        <p:txBody>
          <a:bodyPr/>
          <a:lstStyle>
            <a:lvl1pPr>
              <a:defRPr>
                <a:solidFill>
                  <a:schemeClr val="tx1"/>
                </a:solidFill>
                <a:effectLst/>
              </a:defRPr>
            </a:lvl1pPr>
          </a:lstStyle>
          <a:p>
            <a:r>
              <a:rPr lang="en-US"/>
              <a:t>Sample Footer Text</a:t>
            </a:r>
          </a:p>
        </p:txBody>
      </p:sp>
      <p:sp>
        <p:nvSpPr>
          <p:cNvPr id="18" name="Date Placeholder 17">
            <a:extLst>
              <a:ext uri="{FF2B5EF4-FFF2-40B4-BE49-F238E27FC236}">
                <a16:creationId xmlns:a16="http://schemas.microsoft.com/office/drawing/2014/main" id="{A0E38CC7-EEB9-1AD7-7B03-603746FE3FF6}"/>
              </a:ext>
            </a:extLst>
          </p:cNvPr>
          <p:cNvSpPr>
            <a:spLocks noGrp="1"/>
          </p:cNvSpPr>
          <p:nvPr>
            <p:ph type="dt" sz="half" idx="14"/>
          </p:nvPr>
        </p:nvSpPr>
        <p:spPr/>
        <p:txBody>
          <a:bodyPr/>
          <a:lstStyle>
            <a:lvl1pPr>
              <a:defRPr>
                <a:solidFill>
                  <a:schemeClr val="tx1"/>
                </a:solidFill>
              </a:defRPr>
            </a:lvl1pPr>
          </a:lstStyle>
          <a:p>
            <a:fld id="{3D4AF38C-0923-462D-8E8F-DFB1FB3CD655}" type="datetime2">
              <a:rPr lang="en-US" smtClean="0"/>
              <a:t/>
            </a:fld>
            <a:endParaRPr lang="en-US"/>
          </a:p>
        </p:txBody>
      </p:sp>
      <p:sp>
        <p:nvSpPr>
          <p:cNvPr id="20" name="Slide Number Placeholder 19">
            <a:extLst>
              <a:ext uri="{FF2B5EF4-FFF2-40B4-BE49-F238E27FC236}">
                <a16:creationId xmlns:a16="http://schemas.microsoft.com/office/drawing/2014/main" id="{B153FF4E-D18A-13B0-6B0A-CF7AF0A5232B}"/>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323393665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4_61D5409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D2DD7BB-25B8-B7A3-8E13-EDE8E1090689}"/>
              </a:ext>
              <a:ext uri="{C183D7F6-B498-43B3-948B-1728B52AA6E4}">
                <adec:decorative xmlns:adec="http://schemas.microsoft.com/office/drawing/2017/decorative" val="1"/>
              </a:ext>
            </a:extLst>
          </p:cNvPr>
          <p:cNvSpPr/>
          <p:nvPr/>
        </p:nvSpPr>
        <p:spPr>
          <a:xfrm rot="10800000" flipH="1">
            <a:off x="0" y="0"/>
            <a:ext cx="6096000" cy="6868461"/>
          </a:xfrm>
          <a:prstGeom prst="rect">
            <a:avLst/>
          </a:prstGeom>
          <a:gradFill>
            <a:gsLst>
              <a:gs pos="0">
                <a:srgbClr val="FE4A00">
                  <a:alpha val="65882"/>
                </a:srgbClr>
              </a:gs>
              <a:gs pos="100000">
                <a:srgbClr val="A6025C"/>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FB6C05D2-D53F-950D-185E-08B200EEFEB9}"/>
              </a:ext>
              <a:ext uri="{C183D7F6-B498-43B3-948B-1728B52AA6E4}">
                <adec:decorative xmlns:adec="http://schemas.microsoft.com/office/drawing/2017/decorative" val="1"/>
              </a:ext>
            </a:extLst>
          </p:cNvPr>
          <p:cNvSpPr/>
          <p:nvPr/>
        </p:nvSpPr>
        <p:spPr>
          <a:xfrm rot="10800000" flipH="1">
            <a:off x="-18287" y="4582455"/>
            <a:ext cx="6114286" cy="2275539"/>
          </a:xfrm>
          <a:prstGeom prst="rect">
            <a:avLst/>
          </a:prstGeom>
          <a:gradFill>
            <a:gsLst>
              <a:gs pos="0">
                <a:srgbClr val="DA002F">
                  <a:alpha val="0"/>
                </a:srgbClr>
              </a:gs>
              <a:gs pos="99000">
                <a:srgbClr val="92248E">
                  <a:alpha val="2666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BC0AF5C2-3AA9-7510-308E-9D21678F7EFC}"/>
              </a:ext>
              <a:ext uri="{C183D7F6-B498-43B3-948B-1728B52AA6E4}">
                <adec:decorative xmlns:adec="http://schemas.microsoft.com/office/drawing/2017/decorative" val="1"/>
              </a:ext>
            </a:extLst>
          </p:cNvPr>
          <p:cNvSpPr/>
          <p:nvPr/>
        </p:nvSpPr>
        <p:spPr>
          <a:xfrm rot="5400000" flipH="1">
            <a:off x="-148955" y="532365"/>
            <a:ext cx="6878924" cy="5814190"/>
          </a:xfrm>
          <a:prstGeom prst="rect">
            <a:avLst/>
          </a:prstGeom>
          <a:gradFill>
            <a:gsLst>
              <a:gs pos="0">
                <a:srgbClr val="FE4A00">
                  <a:alpha val="0"/>
                </a:srgbClr>
              </a:gs>
              <a:gs pos="100000">
                <a:srgbClr val="A60296">
                  <a:alpha val="38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Oval 10">
            <a:extLst>
              <a:ext uri="{FF2B5EF4-FFF2-40B4-BE49-F238E27FC236}">
                <a16:creationId xmlns:a16="http://schemas.microsoft.com/office/drawing/2014/main" id="{13D13448-08C3-4231-6CCA-F17E4C608199}"/>
              </a:ext>
              <a:ext uri="{C183D7F6-B498-43B3-948B-1728B52AA6E4}">
                <adec:decorative xmlns:adec="http://schemas.microsoft.com/office/drawing/2017/decorative" val="1"/>
              </a:ext>
            </a:extLst>
          </p:cNvPr>
          <p:cNvSpPr/>
          <p:nvPr/>
        </p:nvSpPr>
        <p:spPr>
          <a:xfrm rot="10800000">
            <a:off x="949046" y="1319084"/>
            <a:ext cx="4648799" cy="4648799"/>
          </a:xfrm>
          <a:prstGeom prst="ellipse">
            <a:avLst/>
          </a:pr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941832"/>
            <a:ext cx="4626864" cy="3209544"/>
          </a:xfrm>
        </p:spPr>
        <p:txBody>
          <a:bodyPr vert="horz" lIns="91440" tIns="45720" rIns="91440" bIns="45720" rtlCol="0" anchor="b">
            <a:normAutofit/>
          </a:bodyPr>
          <a:lstStyle>
            <a:lvl1pPr>
              <a:defRPr lang="en-US" sz="3600" cap="all" spc="700" baseline="0" dirty="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74336"/>
            <a:ext cx="4626864" cy="1453896"/>
          </a:xfrm>
        </p:spPr>
        <p:txBody>
          <a:bodyPr vert="horz" lIns="91440" tIns="45720" rIns="91440" bIns="45720" rtlCol="0" anchor="ctr">
            <a:normAutofit/>
          </a:bodyPr>
          <a:lstStyle>
            <a:lvl1pPr marL="0" indent="0">
              <a:buNone/>
              <a:defRPr lang="en-US" cap="all" spc="400" baseline="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31520" y="6455664"/>
            <a:ext cx="4096512" cy="365760"/>
          </a:xfrm>
        </p:spPr>
        <p:txBody>
          <a:bodyPr/>
          <a:lstStyle>
            <a:lvl1pPr algn="l">
              <a:defRPr>
                <a:solidFill>
                  <a:schemeClr val="tx1"/>
                </a:solidFill>
              </a:defRPr>
            </a:lvl1pPr>
          </a:lstStyle>
          <a:p>
            <a:fld id="{5531B838-A2A1-4E5F-8CE5-ED5C785421C8}" type="datetime2">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809744" y="6455664"/>
            <a:ext cx="548640" cy="365760"/>
          </a:xfrm>
        </p:spPr>
        <p:txBody>
          <a:bodyPr/>
          <a:lstStyle>
            <a:lvl1pPr>
              <a:defRPr>
                <a:solidFill>
                  <a:schemeClr val="tx1"/>
                </a:solidFill>
              </a:defRPr>
            </a:lvl1pPr>
          </a:lstStyle>
          <a:p>
            <a:fld id="{CC057153-B650-4DEB-B370-79DDCFDCE934}" type="slidenum">
              <a:rPr lang="en-US" smtClean="0"/>
              <a:pPr/>
              <a:t/>
            </a:fld>
            <a:endParaRPr lang="en-US"/>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6092952" y="0"/>
            <a:ext cx="6099048"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6413656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5_7ED69232.xml><?xml version="1.0" encoding="utf-8"?>
<p:sldLayout xmlns:a="http://schemas.openxmlformats.org/drawingml/2006/main" xmlns:r="http://schemas.openxmlformats.org/officeDocument/2006/relationships" xmlns:p="http://schemas.openxmlformats.org/presentationml/2006/main" showMasterSp="0" preserve="1">
  <p:cSld name="Title with Picture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58E3E8-0931-8EEE-FF77-1C25EBBE79A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3CE0C29-D9B0-E434-079F-9F0C40DF20EC}"/>
              </a:ext>
              <a:ext uri="{C183D7F6-B498-43B3-948B-1728B52AA6E4}">
                <adec:decorative xmlns:adec="http://schemas.microsoft.com/office/drawing/2017/decorative" val="1"/>
              </a:ext>
            </a:extLst>
          </p:cNvPr>
          <p:cNvSpPr/>
          <p:nvPr/>
        </p:nvSpPr>
        <p:spPr>
          <a:xfrm rot="5400000" flipH="1">
            <a:off x="-1399562" y="1399556"/>
            <a:ext cx="6875820" cy="4076703"/>
          </a:xfrm>
          <a:prstGeom prst="rect">
            <a:avLst/>
          </a:prstGeom>
          <a:gradFill>
            <a:gsLst>
              <a:gs pos="11000">
                <a:srgbClr val="92248E"/>
              </a:gs>
              <a:gs pos="100000">
                <a:srgbClr val="FF411C">
                  <a:alpha val="8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F9F604E-FEFA-3809-8244-5B72EE7BB044}"/>
              </a:ext>
              <a:ext uri="{C183D7F6-B498-43B3-948B-1728B52AA6E4}">
                <adec:decorative xmlns:adec="http://schemas.microsoft.com/office/drawing/2017/decorative" val="1"/>
              </a:ext>
            </a:extLst>
          </p:cNvPr>
          <p:cNvSpPr/>
          <p:nvPr/>
        </p:nvSpPr>
        <p:spPr>
          <a:xfrm rot="16200000">
            <a:off x="890124" y="3681875"/>
            <a:ext cx="2296453" cy="4076701"/>
          </a:xfrm>
          <a:prstGeom prst="rect">
            <a:avLst/>
          </a:prstGeom>
          <a:gradFill>
            <a:gsLst>
              <a:gs pos="0">
                <a:srgbClr val="DA002F">
                  <a:alpha val="55000"/>
                </a:srgbClr>
              </a:gs>
              <a:gs pos="100000">
                <a:srgbClr val="FF907A">
                  <a:alpha val="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8E261-930C-6A44-A568-9DD2A88D3526}"/>
              </a:ext>
              <a:ext uri="{C183D7F6-B498-43B3-948B-1728B52AA6E4}">
                <adec:decorative xmlns:adec="http://schemas.microsoft.com/office/drawing/2017/decorative" val="1"/>
              </a:ext>
            </a:extLst>
          </p:cNvPr>
          <p:cNvSpPr/>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rgbClr val="FFDBCC">
                  <a:alpha val="0"/>
                </a:srgbClr>
              </a:gs>
              <a:gs pos="100000">
                <a:srgbClr val="FF907A">
                  <a:alpha val="30000"/>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850392"/>
            <a:ext cx="2935224" cy="3035808"/>
          </a:xfrm>
        </p:spPr>
        <p:txBody>
          <a:bodyPr vert="horz" lIns="91440" tIns="45720" rIns="91440" bIns="45720" rtlCol="0" anchor="t">
            <a:normAutofit/>
          </a:bodyPr>
          <a:lstStyle>
            <a:lvl1pPr>
              <a:defRPr lang="en-US" cap="all" spc="700" baseline="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5001768"/>
            <a:ext cx="2926080" cy="1490472"/>
          </a:xfrm>
        </p:spPr>
        <p:txBody>
          <a:bodyPr vert="horz" lIns="91440" tIns="45720" rIns="91440" bIns="45720" rtlCol="0" anchor="ctr">
            <a:normAutofit/>
          </a:bodyPr>
          <a:lstStyle>
            <a:lvl1pPr marL="0" indent="0">
              <a:buNone/>
              <a:defRPr lang="en-US" sz="1600" cap="all" spc="400" baseline="0" dirty="0">
                <a:solidFill>
                  <a:schemeClr val="tx1"/>
                </a:solidFill>
                <a:latin typeface="+mj-lt"/>
              </a:defRPr>
            </a:lvl1pPr>
          </a:lstStyle>
          <a:p>
            <a:pPr lvl="0"/>
            <a:r>
              <a:rPr lang="en-US"/>
              <a:t>Click to edit Master subtitle style</a:t>
            </a:r>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a:xfrm>
            <a:off x="32004" y="6455664"/>
            <a:ext cx="548640" cy="365760"/>
          </a:xfrm>
        </p:spPr>
        <p:txBody>
          <a:bodyPr/>
          <a:lstStyle>
            <a:lvl1pPr>
              <a:defRPr>
                <a:solidFill>
                  <a:schemeClr val="tx1"/>
                </a:solidFill>
              </a:defRPr>
            </a:lvl1pPr>
          </a:lstStyle>
          <a:p>
            <a:fld id="{CC057153-B650-4DEB-B370-79DDCFDCE934}" type="slidenum">
              <a:rPr lang="en-US" smtClean="0"/>
              <a:pPr/>
              <a:t/>
            </a:fld>
            <a:endParaRPr lang="en-US"/>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a:xfrm>
            <a:off x="612648" y="6455664"/>
            <a:ext cx="3227832" cy="365760"/>
          </a:xfrm>
        </p:spPr>
        <p:txBody>
          <a:bodyPr/>
          <a:lstStyle>
            <a:lvl1pPr algn="l">
              <a:defRPr>
                <a:solidFill>
                  <a:schemeClr val="tx1"/>
                </a:solidFill>
              </a:defRPr>
            </a:lvl1pPr>
          </a:lstStyle>
          <a:p>
            <a:fld id="{B369E90C-83BE-474F-8867-84D9D4BA9A64}" type="datetime2">
              <a:rPr lang="en-US" smtClean="0"/>
              <a:t/>
            </a:fld>
            <a:endParaRPr lang="en-US"/>
          </a:p>
        </p:txBody>
      </p:sp>
      <p:sp>
        <p:nvSpPr>
          <p:cNvPr id="15" name="Picture Placeholder 14">
            <a:extLst>
              <a:ext uri="{FF2B5EF4-FFF2-40B4-BE49-F238E27FC236}">
                <a16:creationId xmlns:a16="http://schemas.microsoft.com/office/drawing/2014/main" id="{B889FC6C-F243-CA40-35F8-13153EA5EBE9}"/>
              </a:ext>
            </a:extLst>
          </p:cNvPr>
          <p:cNvSpPr>
            <a:spLocks noGrp="1"/>
          </p:cNvSpPr>
          <p:nvPr>
            <p:ph type="pic" sz="quarter" idx="13" hasCustomPrompt="1"/>
          </p:nvPr>
        </p:nvSpPr>
        <p:spPr>
          <a:xfrm>
            <a:off x="4076700" y="0"/>
            <a:ext cx="8115300" cy="6868452"/>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12799134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6_AD1763BD.xml><?xml version="1.0" encoding="utf-8"?>
<p:sldLayout xmlns:a="http://schemas.openxmlformats.org/drawingml/2006/main" xmlns:r="http://schemas.openxmlformats.org/officeDocument/2006/relationships" xmlns:p="http://schemas.openxmlformats.org/presentationml/2006/main" showMasterSp="0" type="title" preserve="1">
  <p:cSld name="Title">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0FE7F8B-D1C1-6301-75A5-2EC4374F9AF1}"/>
              </a:ext>
              <a:ext uri="{C183D7F6-B498-43B3-948B-1728B52AA6E4}">
                <adec:decorative xmlns:adec="http://schemas.microsoft.com/office/drawing/2017/decorative" val="1"/>
              </a:ext>
            </a:extLst>
          </p:cNvPr>
          <p:cNvSpPr/>
          <p:nvPr/>
        </p:nvSpPr>
        <p:spPr>
          <a:xfrm flipH="1" flipV="1">
            <a:off x="-14449" y="0"/>
            <a:ext cx="1222473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1D8467A-A1B6-E7E6-CAD4-E63E0FE2CCCB}"/>
              </a:ext>
              <a:ext uri="{C183D7F6-B498-43B3-948B-1728B52AA6E4}">
                <adec:decorative xmlns:adec="http://schemas.microsoft.com/office/drawing/2017/decorative" val="1"/>
              </a:ext>
            </a:extLst>
          </p:cNvPr>
          <p:cNvSpPr/>
          <p:nvPr/>
        </p:nvSpPr>
        <p:spPr>
          <a:xfrm flipV="1">
            <a:off x="-7227" y="-5046"/>
            <a:ext cx="12217513" cy="686556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2A9C06E7-BC9C-2F5F-5DD1-D04EB713C63D}"/>
              </a:ext>
              <a:ext uri="{C183D7F6-B498-43B3-948B-1728B52AA6E4}">
                <adec:decorative xmlns:adec="http://schemas.microsoft.com/office/drawing/2017/decorative" val="1"/>
              </a:ext>
            </a:extLst>
          </p:cNvPr>
          <p:cNvSpPr/>
          <p:nvPr/>
        </p:nvSpPr>
        <p:spPr>
          <a:xfrm rot="10800000" flipH="1" flipV="1">
            <a:off x="-25514" y="-5045"/>
            <a:ext cx="12217514" cy="6865568"/>
          </a:xfrm>
          <a:prstGeom prst="rect">
            <a:avLst/>
          </a:prstGeom>
          <a:gradFill>
            <a:gsLst>
              <a:gs pos="0">
                <a:srgbClr val="FA0036">
                  <a:alpha val="4000"/>
                </a:srgbClr>
              </a:gs>
              <a:gs pos="99000">
                <a:schemeClr val="accent2">
                  <a:alpha val="98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985261F8-8CD8-F2E0-C386-BE6A16D95BFC}"/>
              </a:ext>
              <a:ext uri="{C183D7F6-B498-43B3-948B-1728B52AA6E4}">
                <adec:decorative xmlns:adec="http://schemas.microsoft.com/office/drawing/2017/decorative" val="1"/>
              </a:ext>
            </a:extLst>
          </p:cNvPr>
          <p:cNvSpPr/>
          <p:nvPr/>
        </p:nvSpPr>
        <p:spPr>
          <a:xfrm rot="16200000" flipH="1" flipV="1">
            <a:off x="3802775" y="-3817222"/>
            <a:ext cx="4571999" cy="12206450"/>
          </a:xfrm>
          <a:prstGeom prst="rect">
            <a:avLst/>
          </a:prstGeom>
          <a:gradFill>
            <a:gsLst>
              <a:gs pos="0">
                <a:srgbClr val="D861D4">
                  <a:alpha val="0"/>
                </a:srgbClr>
              </a:gs>
              <a:gs pos="100000">
                <a:srgbClr val="FF7037">
                  <a:alpha val="66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D3D4A82C-6849-A88D-6D57-833E9A7481B9}"/>
              </a:ext>
              <a:ext uri="{C183D7F6-B498-43B3-948B-1728B52AA6E4}">
                <adec:decorative xmlns:adec="http://schemas.microsoft.com/office/drawing/2017/decorative" val="1"/>
              </a:ext>
            </a:extLst>
          </p:cNvPr>
          <p:cNvSpPr/>
          <p:nvPr/>
        </p:nvSpPr>
        <p:spPr>
          <a:xfrm rot="13168948" flipH="1" flipV="1">
            <a:off x="1027160" y="609473"/>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D55CA38-7F60-D664-4EC0-C54B60C02BCF}"/>
              </a:ext>
              <a:ext uri="{C183D7F6-B498-43B3-948B-1728B52AA6E4}">
                <adec:decorative xmlns:adec="http://schemas.microsoft.com/office/drawing/2017/decorative" val="1"/>
              </a:ext>
            </a:extLst>
          </p:cNvPr>
          <p:cNvSpPr/>
          <p:nvPr/>
        </p:nvSpPr>
        <p:spPr>
          <a:xfrm rot="5400000" flipV="1">
            <a:off x="-1913484" y="1896512"/>
            <a:ext cx="6860522" cy="3062447"/>
          </a:xfrm>
          <a:prstGeom prst="rect">
            <a:avLst/>
          </a:prstGeom>
          <a:gradFill>
            <a:gsLst>
              <a:gs pos="0">
                <a:srgbClr val="FA0036">
                  <a:alpha val="62000"/>
                </a:srgbClr>
              </a:gs>
              <a:gs pos="77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557016" y="987552"/>
            <a:ext cx="7644384" cy="2944368"/>
          </a:xfrm>
        </p:spPr>
        <p:txBody>
          <a:bodyPr vert="horz" lIns="91440" tIns="45720" rIns="91440" bIns="45720" rtlCol="0" anchor="b">
            <a:normAutofit/>
          </a:bodyPr>
          <a:lstStyle>
            <a:lvl1pPr>
              <a:defRPr lang="en-US" sz="5400" cap="all" spc="700" baseline="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538728" y="5294376"/>
            <a:ext cx="7644384" cy="1078992"/>
          </a:xfrm>
        </p:spPr>
        <p:txBody>
          <a:bodyPr vert="horz" lIns="91440" tIns="45720" rIns="91440" bIns="45720" rtlCol="0" anchor="ctr">
            <a:normAutofit/>
          </a:bodyPr>
          <a:lstStyle>
            <a:lvl1pPr marL="0" indent="0">
              <a:buNone/>
              <a:defRPr lang="en-US" cap="all" spc="400" baseline="0">
                <a:solidFill>
                  <a:schemeClr val="tx1"/>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C7B5CA67-94ED-4C14-9B73-CCE5A85B4E93}" type="datetime2">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29039912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7_8F03B8CF.xml><?xml version="1.0" encoding="utf-8"?>
<p:sldLayout xmlns:a="http://schemas.openxmlformats.org/drawingml/2006/main" xmlns:r="http://schemas.openxmlformats.org/officeDocument/2006/relationships" xmlns:p="http://schemas.openxmlformats.org/presentationml/2006/main" showMasterSp="0" type="title" preserve="1">
  <p:cSld name="Title 2">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C38FEA-146D-53B3-36B0-5CBD8040636E}"/>
              </a:ext>
              <a:ext uri="{C183D7F6-B498-43B3-948B-1728B52AA6E4}">
                <adec:decorative xmlns:adec="http://schemas.microsoft.com/office/drawing/2017/decorative" val="1"/>
              </a:ext>
            </a:extLst>
          </p:cNvPr>
          <p:cNvSpPr/>
          <p:nvPr/>
        </p:nvSpPr>
        <p:spPr>
          <a:xfrm flipH="1">
            <a:off x="9143995"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684D35E-A520-CA7A-97CB-6D815AB4CC5D}"/>
              </a:ext>
              <a:ext uri="{C183D7F6-B498-43B3-948B-1728B52AA6E4}">
                <adec:decorative xmlns:adec="http://schemas.microsoft.com/office/drawing/2017/decorative" val="1"/>
              </a:ext>
            </a:extLst>
          </p:cNvPr>
          <p:cNvSpPr/>
          <p:nvPr/>
        </p:nvSpPr>
        <p:spPr>
          <a:xfrm flipH="1">
            <a:off x="9143990"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85E890B-58C1-DD36-E90B-FFF0BE0CB5CB}"/>
              </a:ext>
              <a:ext uri="{C183D7F6-B498-43B3-948B-1728B52AA6E4}">
                <adec:decorative xmlns:adec="http://schemas.microsoft.com/office/drawing/2017/decorative" val="1"/>
              </a:ext>
            </a:extLst>
          </p:cNvPr>
          <p:cNvSpPr/>
          <p:nvPr/>
        </p:nvSpPr>
        <p:spPr>
          <a:xfrm rot="5400000" flipH="1">
            <a:off x="7253161"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BCD52CC-E8F2-3220-AE19-8A482DD1F236}"/>
              </a:ext>
              <a:ext uri="{C183D7F6-B498-43B3-948B-1728B52AA6E4}">
                <adec:decorative xmlns:adec="http://schemas.microsoft.com/office/drawing/2017/decorative" val="1"/>
              </a:ext>
            </a:extLst>
          </p:cNvPr>
          <p:cNvSpPr/>
          <p:nvPr/>
        </p:nvSpPr>
        <p:spPr>
          <a:xfrm rot="12508972">
            <a:off x="7949750" y="1673989"/>
            <a:ext cx="3201591" cy="4397456"/>
          </a:xfrm>
          <a:custGeom>
            <a:avLst/>
            <a:gdLst>
              <a:gd name="connsiteX0" fmla="*/ 3201591 w 3201591"/>
              <a:gd name="connsiteY0" fmla="*/ 4296647 h 4397456"/>
              <a:gd name="connsiteX1" fmla="*/ 3007294 w 3201591"/>
              <a:gd name="connsiteY1" fmla="*/ 4346606 h 4397456"/>
              <a:gd name="connsiteX2" fmla="*/ 2502877 w 3201591"/>
              <a:gd name="connsiteY2" fmla="*/ 4397456 h 4397456"/>
              <a:gd name="connsiteX3" fmla="*/ 0 w 3201591"/>
              <a:gd name="connsiteY3" fmla="*/ 1894579 h 4397456"/>
              <a:gd name="connsiteX4" fmla="*/ 733076 w 3201591"/>
              <a:gd name="connsiteY4" fmla="*/ 124777 h 4397456"/>
              <a:gd name="connsiteX5" fmla="*/ 870365 w 3201591"/>
              <a:gd name="connsiteY5" fmla="*/ 0 h 439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1591" h="4397456">
                <a:moveTo>
                  <a:pt x="3201591" y="4296647"/>
                </a:moveTo>
                <a:lnTo>
                  <a:pt x="3007294" y="4346606"/>
                </a:lnTo>
                <a:cubicBezTo>
                  <a:pt x="2844362" y="4379947"/>
                  <a:pt x="2675664" y="4397456"/>
                  <a:pt x="2502877" y="4397456"/>
                </a:cubicBezTo>
                <a:cubicBezTo>
                  <a:pt x="1120576" y="4397456"/>
                  <a:pt x="0" y="3276880"/>
                  <a:pt x="0" y="1894579"/>
                </a:cubicBezTo>
                <a:cubicBezTo>
                  <a:pt x="0" y="1203428"/>
                  <a:pt x="280144" y="577709"/>
                  <a:pt x="733076" y="124777"/>
                </a:cubicBezTo>
                <a:lnTo>
                  <a:pt x="870365" y="0"/>
                </a:lnTo>
                <a:close/>
              </a:path>
            </a:pathLst>
          </a:cu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612648"/>
            <a:ext cx="7004304" cy="3557016"/>
          </a:xfrm>
        </p:spPr>
        <p:txBody>
          <a:bodyPr vert="horz" lIns="91440" tIns="45720" rIns="91440" bIns="45720" rtlCol="0" anchor="t">
            <a:normAutofit/>
          </a:bodyPr>
          <a:lstStyle>
            <a:lvl1pPr>
              <a:defRPr lang="en-US" sz="4800" cap="all" spc="550" baseline="0"/>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a:latin typeface="+mj-lt"/>
              </a:defRPr>
            </a:lvl1pPr>
          </a:lstStyle>
          <a:p>
            <a:pPr lvl="0"/>
            <a:r>
              <a:rPr lang="en-US"/>
              <a:t>Click to edit Master subtitle style</a:t>
            </a:r>
          </a:p>
        </p:txBody>
      </p:sp>
      <p:sp>
        <p:nvSpPr>
          <p:cNvPr id="13" name="Footer Placeholder 12">
            <a:extLst>
              <a:ext uri="{FF2B5EF4-FFF2-40B4-BE49-F238E27FC236}">
                <a16:creationId xmlns:a16="http://schemas.microsoft.com/office/drawing/2014/main" id="{FED2F463-51E0-AB87-A5B5-6942461AD535}"/>
              </a:ext>
            </a:extLst>
          </p:cNvPr>
          <p:cNvSpPr>
            <a:spLocks noGrp="1"/>
          </p:cNvSpPr>
          <p:nvPr>
            <p:ph type="ftr" sz="quarter" idx="11"/>
          </p:nvPr>
        </p:nvSpPr>
        <p:spPr/>
        <p:txBody>
          <a:bodyPr/>
          <a:lstStyle/>
          <a:p>
            <a:r>
              <a:rPr lang="en-US"/>
              <a:t>Sample Footer Text</a:t>
            </a:r>
          </a:p>
        </p:txBody>
      </p:sp>
      <p:sp>
        <p:nvSpPr>
          <p:cNvPr id="12" name="Date Placeholder 11">
            <a:extLst>
              <a:ext uri="{FF2B5EF4-FFF2-40B4-BE49-F238E27FC236}">
                <a16:creationId xmlns:a16="http://schemas.microsoft.com/office/drawing/2014/main" id="{30796B80-FA43-2B89-5F9F-72443F8E5C6E}"/>
              </a:ext>
            </a:extLst>
          </p:cNvPr>
          <p:cNvSpPr>
            <a:spLocks noGrp="1"/>
          </p:cNvSpPr>
          <p:nvPr>
            <p:ph type="dt" sz="half" idx="10"/>
          </p:nvPr>
        </p:nvSpPr>
        <p:spPr>
          <a:xfrm>
            <a:off x="4954909" y="6455664"/>
            <a:ext cx="3472868" cy="365760"/>
          </a:xfrm>
        </p:spPr>
        <p:txBody>
          <a:bodyPr/>
          <a:lstStyle>
            <a:lvl1pPr>
              <a:defRPr>
                <a:solidFill>
                  <a:schemeClr val="tx1"/>
                </a:solidFill>
              </a:defRPr>
            </a:lvl1pPr>
          </a:lstStyle>
          <a:p>
            <a:fld id="{7723C116-3055-4F7F-9A49-EB260F9EF6F6}" type="datetime2">
              <a:rPr lang="en-US" smtClean="0"/>
              <a:t/>
            </a:fld>
            <a:endParaRPr lang="en-US"/>
          </a:p>
        </p:txBody>
      </p:sp>
      <p:sp>
        <p:nvSpPr>
          <p:cNvPr id="14" name="Slide Number Placeholder 13">
            <a:extLst>
              <a:ext uri="{FF2B5EF4-FFF2-40B4-BE49-F238E27FC236}">
                <a16:creationId xmlns:a16="http://schemas.microsoft.com/office/drawing/2014/main" id="{FC1096F3-B460-B6B3-0D52-AEFDD7F69A2E}"/>
              </a:ext>
            </a:extLst>
          </p:cNvPr>
          <p:cNvSpPr>
            <a:spLocks noGrp="1"/>
          </p:cNvSpPr>
          <p:nvPr>
            <p:ph type="sldNum" sz="quarter" idx="12"/>
          </p:nvPr>
        </p:nvSpPr>
        <p:spPr>
          <a:xfrm>
            <a:off x="8409489" y="6455664"/>
            <a:ext cx="548640" cy="365760"/>
          </a:xfrm>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239938580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8_95AFA65B.xml><?xml version="1.0" encoding="utf-8"?>
<p:sldLayout xmlns:a="http://schemas.openxmlformats.org/drawingml/2006/main" xmlns:r="http://schemas.openxmlformats.org/officeDocument/2006/relationships" xmlns:p="http://schemas.openxmlformats.org/presentationml/2006/main" showMasterSp="0" type="title" preserve="1">
  <p:cSld name="Title 3">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4E2F783-0ED7-1F0B-219A-198549E350DD}"/>
              </a:ext>
              <a:ext uri="{C183D7F6-B498-43B3-948B-1728B52AA6E4}">
                <adec:decorative xmlns:adec="http://schemas.microsoft.com/office/drawing/2017/decorative" val="1"/>
              </a:ext>
            </a:extLst>
          </p:cNvPr>
          <p:cNvSpPr/>
          <p:nvPr/>
        </p:nvSpPr>
        <p:spPr>
          <a:xfrm>
            <a:off x="-6" y="-25866"/>
            <a:ext cx="12192005" cy="4589428"/>
          </a:xfrm>
          <a:prstGeom prst="rect">
            <a:avLst/>
          </a:prstGeom>
          <a:gradFill>
            <a:gsLst>
              <a:gs pos="8000">
                <a:srgbClr val="D861D4"/>
              </a:gs>
              <a:gs pos="100000">
                <a:srgbClr val="DA002F">
                  <a:alpha val="85000"/>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2F09062-D41B-0E2E-C1C0-F27562ED9597}"/>
              </a:ext>
              <a:ext uri="{C183D7F6-B498-43B3-948B-1728B52AA6E4}">
                <adec:decorative xmlns:adec="http://schemas.microsoft.com/office/drawing/2017/decorative" val="1"/>
              </a:ext>
            </a:extLst>
          </p:cNvPr>
          <p:cNvSpPr/>
          <p:nvPr/>
        </p:nvSpPr>
        <p:spPr>
          <a:xfrm rot="16200000">
            <a:off x="3805950" y="-3822495"/>
            <a:ext cx="4580101" cy="12191999"/>
          </a:xfrm>
          <a:prstGeom prst="rect">
            <a:avLst/>
          </a:prstGeom>
          <a:gradFill>
            <a:gsLst>
              <a:gs pos="0">
                <a:srgbClr val="FE4A00">
                  <a:alpha val="50000"/>
                </a:srgbClr>
              </a:gs>
              <a:gs pos="99000">
                <a:srgbClr val="A3299D"/>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A6D366-64E2-13D3-2734-861E811E1F1A}"/>
              </a:ext>
              <a:ext uri="{C183D7F6-B498-43B3-948B-1728B52AA6E4}">
                <adec:decorative xmlns:adec="http://schemas.microsoft.com/office/drawing/2017/decorative" val="1"/>
              </a:ext>
            </a:extLst>
          </p:cNvPr>
          <p:cNvSpPr/>
          <p:nvPr/>
        </p:nvSpPr>
        <p:spPr>
          <a:xfrm rot="10800000">
            <a:off x="8150806" y="-25872"/>
            <a:ext cx="4041192" cy="4589427"/>
          </a:xfrm>
          <a:prstGeom prst="rect">
            <a:avLst/>
          </a:prstGeom>
          <a:gradFill>
            <a:gsLst>
              <a:gs pos="0">
                <a:srgbClr val="DA002F">
                  <a:alpha val="0"/>
                </a:srgbClr>
              </a:gs>
              <a:gs pos="84000">
                <a:srgbClr val="FF907A">
                  <a:alpha val="32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E5B9BA8-AE27-B639-DB51-7E498FA9422B}"/>
              </a:ext>
              <a:ext uri="{C183D7F6-B498-43B3-948B-1728B52AA6E4}">
                <adec:decorative xmlns:adec="http://schemas.microsoft.com/office/drawing/2017/decorative" val="1"/>
              </a:ext>
            </a:extLst>
          </p:cNvPr>
          <p:cNvSpPr/>
          <p:nvPr/>
        </p:nvSpPr>
        <p:spPr>
          <a:xfrm rot="12508972">
            <a:off x="5485611" y="-1118641"/>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585216"/>
            <a:ext cx="6858000" cy="3200400"/>
          </a:xfrm>
        </p:spPr>
        <p:txBody>
          <a:bodyPr vert="horz" lIns="91440" tIns="45720" rIns="91440" bIns="45720" rtlCol="0" anchor="b">
            <a:normAutofit/>
          </a:bodyPr>
          <a:lstStyle>
            <a:lvl1pPr>
              <a:defRPr lang="en-US" sz="4800" cap="all" spc="550" baseline="0">
                <a:solidFill>
                  <a:schemeClr val="bg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dirty="0">
                <a:latin typeface="+mj-lt"/>
              </a:defRPr>
            </a:lvl1pPr>
          </a:lstStyle>
          <a:p>
            <a:pPr lvl="0"/>
            <a:r>
              <a:rPr lang="en-US"/>
              <a:t>Click to edit Master subtitle style</a:t>
            </a:r>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p:txBody>
          <a:bodyPr/>
          <a:lstStyle>
            <a:lvl1pPr>
              <a:defRPr>
                <a:solidFill>
                  <a:schemeClr val="tx1"/>
                </a:solidFill>
              </a:defRPr>
            </a:lvl1pPr>
          </a:lstStyle>
          <a:p>
            <a:fld id="{A6A5EF91-D53E-428D-B2CB-7C1F753E44DB}" type="datetime2">
              <a:rPr lang="en-US" smtClean="0"/>
              <a:t/>
            </a:fld>
            <a:endParaRPr lang="en-US"/>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251131657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9_D70E97EB.xml><?xml version="1.0" encoding="utf-8"?>
<p:sldLayout xmlns:a="http://schemas.openxmlformats.org/drawingml/2006/main" xmlns:r="http://schemas.openxmlformats.org/officeDocument/2006/relationships" xmlns:p="http://schemas.openxmlformats.org/presentationml/2006/main" showMasterSp="0" preserve="1">
  <p:cSld name="Section Header">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1BDDB7-A96E-2151-63B9-28A103D980D2}"/>
              </a:ext>
              <a:ext uri="{C183D7F6-B498-43B3-948B-1728B52AA6E4}">
                <adec:decorative xmlns:adec="http://schemas.microsoft.com/office/drawing/2017/decorative" val="1"/>
              </a:ext>
            </a:extLst>
          </p:cNvPr>
          <p:cNvSpPr/>
          <p:nvPr/>
        </p:nvSpPr>
        <p:spPr>
          <a:xfrm flipH="1">
            <a:off x="-7229" y="-2522"/>
            <a:ext cx="1221751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6DA992C5-451E-EC0E-D54A-B0AA21D57F04}"/>
              </a:ext>
              <a:ext uri="{C183D7F6-B498-43B3-948B-1728B52AA6E4}">
                <adec:decorative xmlns:adec="http://schemas.microsoft.com/office/drawing/2017/decorative" val="1"/>
              </a:ext>
            </a:extLst>
          </p:cNvPr>
          <p:cNvSpPr/>
          <p:nvPr/>
        </p:nvSpPr>
        <p:spPr>
          <a:xfrm>
            <a:off x="-7227" y="-5045"/>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5A4914C5-E872-F937-694B-9226A87D21A6}"/>
              </a:ext>
              <a:ext uri="{C183D7F6-B498-43B3-948B-1728B52AA6E4}">
                <adec:decorative xmlns:adec="http://schemas.microsoft.com/office/drawing/2017/decorative" val="1"/>
              </a:ext>
            </a:extLst>
          </p:cNvPr>
          <p:cNvSpPr/>
          <p:nvPr/>
        </p:nvSpPr>
        <p:spPr>
          <a:xfrm rot="10800000" flipH="1">
            <a:off x="7226" y="-5045"/>
            <a:ext cx="12203060" cy="6863044"/>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B2BF5D5-EB9E-9501-6A32-C2BB4C8ED6A7}"/>
              </a:ext>
              <a:ext uri="{C183D7F6-B498-43B3-948B-1728B52AA6E4}">
                <adec:decorative xmlns:adec="http://schemas.microsoft.com/office/drawing/2017/decorative" val="1"/>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Oval 11">
            <a:extLst>
              <a:ext uri="{FF2B5EF4-FFF2-40B4-BE49-F238E27FC236}">
                <a16:creationId xmlns:a16="http://schemas.microsoft.com/office/drawing/2014/main" id="{90768E01-CF59-AC8E-6819-61512B528C04}"/>
              </a:ext>
              <a:ext uri="{C183D7F6-B498-43B3-948B-1728B52AA6E4}">
                <adec:decorative xmlns:adec="http://schemas.microsoft.com/office/drawing/2017/decorative" val="1"/>
              </a:ext>
            </a:extLst>
          </p:cNvPr>
          <p:cNvSpPr/>
          <p:nvPr/>
        </p:nvSpPr>
        <p:spPr>
          <a:xfrm rot="8431052" flipH="1">
            <a:off x="1403739" y="524809"/>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86865A1-AC73-67A9-BC14-E75D3F26BDE9}"/>
              </a:ext>
              <a:ext uri="{C183D7F6-B498-43B3-948B-1728B52AA6E4}">
                <adec:decorative xmlns:adec="http://schemas.microsoft.com/office/drawing/2017/decorative" val="1"/>
              </a:ext>
            </a:extLst>
          </p:cNvPr>
          <p:cNvSpPr/>
          <p:nvPr/>
        </p:nvSpPr>
        <p:spPr>
          <a:xfrm rot="16200000">
            <a:off x="-1913484" y="1896512"/>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 uri="{C183D7F6-B498-43B3-948B-1728B52AA6E4}">
                <adec:decorative xmlns:adec="http://schemas.microsoft.com/office/drawing/2017/decorative" val="0"/>
              </a:ext>
            </a:extLst>
          </p:cNvPr>
          <p:cNvSpPr>
            <a:spLocks noGrp="1"/>
          </p:cNvSpPr>
          <p:nvPr>
            <p:ph type="title"/>
          </p:nvPr>
        </p:nvSpPr>
        <p:spPr>
          <a:xfrm>
            <a:off x="3657600" y="2807208"/>
            <a:ext cx="7772400" cy="3346704"/>
          </a:xfrm>
        </p:spPr>
        <p:txBody>
          <a:bodyPr anchor="t">
            <a:normAutofit/>
          </a:bodyPr>
          <a:lstStyle>
            <a:lvl1pPr>
              <a:lnSpc>
                <a:spcPct val="110000"/>
              </a:lnSpc>
              <a:defRPr sz="5400" cap="all" spc="700" baseline="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B4EA7F42-44CA-4E2D-BE54-54E50F1A95AA}" type="datetime2">
              <a:rPr lang="en-US" smtClean="0"/>
              <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84145AC3-CC88-4C8A-A6CE-8D44921B6A23}" type="slidenum">
              <a:rPr lang="en-US" smtClean="0"/>
              <a:pPr/>
              <a:t/>
            </a:fld>
            <a:endParaRPr lang="en-US"/>
          </a:p>
        </p:txBody>
      </p:sp>
    </p:spTree>
    <p:extLst>
      <p:ext uri="{BB962C8B-B14F-4D97-AF65-F5344CB8AC3E}">
        <p14:creationId xmlns:p14="http://schemas.microsoft.com/office/powerpoint/2010/main" val="3608057835"/>
      </p:ext>
    </p:extLst>
  </p:cSld>
  <p:clrMapOvr>
    <a:overrideClrMapping bg1="dk1" tx1="lt1" bg2="dk2" tx2="lt2" accent1="accent1" accent2="accent2" accent3="accent3" accent4="accent4" accent5="accent5" accent6="accent6" hlink="hlink" folHlink="folHlink"/>
  </p:clrMapOvr>
</p:sldLayout>
</file>

<file path=ppt/slideLayouts/slideLayout_80000018_1C48F775.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CBB6C2A-5CA9-E68C-069E-E0E25559DCC0}"/>
              </a:ext>
              <a:ext uri="{C183D7F6-B498-43B3-948B-1728B52AA6E4}">
                <adec:decorative xmlns:adec="http://schemas.microsoft.com/office/drawing/2017/decorative" val="1"/>
              </a:ext>
            </a:extLst>
          </p:cNvPr>
          <p:cNvSpPr/>
          <p:nvPr/>
        </p:nvSpPr>
        <p:spPr>
          <a:xfrm flipH="1">
            <a:off x="-1" y="6408743"/>
            <a:ext cx="12191998" cy="449257"/>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 uri="{C183D7F6-B498-43B3-948B-1728B52AA6E4}">
                <adec:decorative xmlns:adec="http://schemas.microsoft.com/office/drawing/2017/decorative" val="1"/>
              </a:ext>
            </a:extLst>
          </p:cNvPr>
          <p:cNvSpPr/>
          <p:nvPr/>
        </p:nvSpPr>
        <p:spPr>
          <a:xfrm flipH="1">
            <a:off x="-1" y="6408742"/>
            <a:ext cx="6281929" cy="449258"/>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86600" y="1014984"/>
            <a:ext cx="4489704" cy="1463040"/>
          </a:xfrm>
        </p:spPr>
        <p:txBody>
          <a:bodyPr anchor="t">
            <a:normAutofit/>
          </a:bodyPr>
          <a:lstStyle>
            <a:lvl1pPr>
              <a:defRPr sz="4000" cap="all" spc="700" baseline="0"/>
            </a:lvl1pPr>
          </a:lstStyle>
          <a:p>
            <a:r>
              <a:rPr lang="en-US"/>
              <a:t>Click to edit Master title style</a:t>
            </a:r>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6281928" cy="6411311"/>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086600" y="2633472"/>
            <a:ext cx="4498848" cy="2980944"/>
          </a:xfrm>
        </p:spPr>
        <p:txBody>
          <a:bodyPr anchor="b">
            <a:normAutofit/>
          </a:bodyPr>
          <a:lstStyle>
            <a:lvl1pPr marL="342900" indent="-342900">
              <a:buFont typeface="+mj-lt"/>
              <a:buAutoNum type="arabicPeriod"/>
              <a:defRPr sz="1800"/>
            </a:lvl1pPr>
            <a:lvl2pPr marL="571500" indent="-342900">
              <a:buFont typeface="+mj-lt"/>
              <a:buAutoNum type="arabicPeriod"/>
              <a:defRPr sz="1600"/>
            </a:lvl2pPr>
            <a:lvl3pPr marL="685800" indent="-228600">
              <a:buFont typeface="+mj-lt"/>
              <a:buAutoNum type="arabicPeriod"/>
              <a:defRPr sz="1400"/>
            </a:lvl3pPr>
            <a:lvl4pPr marL="914400" indent="-228600">
              <a:buFont typeface="+mj-lt"/>
              <a:buAutoNum type="arabicPeriod"/>
              <a:defRPr sz="1400"/>
            </a:lvl4pPr>
            <a:lvl5pPr marL="1143000" indent="-2286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137160" y="6455664"/>
            <a:ext cx="3557016" cy="365760"/>
          </a:xfrm>
        </p:spPr>
        <p:txBody>
          <a:bodyPr/>
          <a:lstStyle>
            <a:lvl1pPr>
              <a:defRPr>
                <a:solidFill>
                  <a:schemeClr val="bg1"/>
                </a:solidFill>
              </a:defRPr>
            </a:lvl1pPr>
          </a:lstStyle>
          <a:p>
            <a:r>
              <a:rPr lang="en-US"/>
              <a:t>Sample Footer Text</a:t>
            </a:r>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150BB71E-4F8F-41C0-A92F-F3C4EFE8AC7B}" type="datetime2">
              <a:rPr lang="en-US" smtClean="0"/>
              <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
            </a:fld>
            <a:endParaRPr lang="en-US"/>
          </a:p>
        </p:txBody>
      </p:sp>
    </p:spTree>
    <p:extLst>
      <p:ext uri="{BB962C8B-B14F-4D97-AF65-F5344CB8AC3E}">
        <p14:creationId xmlns:p14="http://schemas.microsoft.com/office/powerpoint/2010/main" val="474543989"/>
      </p:ext>
    </p:extLst>
  </p:cSld>
  <p:clrMapOvr>
    <a:masterClrMapping/>
  </p:clrMapOvr>
</p:sldLayout>
</file>

<file path=ppt/slideLayouts/slideLayout_80000019_355DBC4.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2103120"/>
            <a:ext cx="4325112" cy="2454796"/>
          </a:xfrm>
        </p:spPr>
        <p:txBody>
          <a:bodyPr anchor="t">
            <a:normAutofit/>
          </a:bodyPr>
          <a:lstStyle>
            <a:lvl1pPr>
              <a:defRPr sz="4400"/>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103120"/>
            <a:ext cx="4325112" cy="2459736"/>
          </a:xfrm>
        </p:spPr>
        <p:txBody>
          <a:bodyPr vert="horz" lIns="91440" tIns="45720" rIns="91440" bIns="45720" rtlCol="0">
            <a:normAutofit/>
          </a:bodyPr>
          <a:lstStyle>
            <a:lvl1pPr marL="0" indent="0">
              <a:buNone/>
              <a:defRPr lang="en-US" sz="20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8963436-5FD3-4DBA-BA14-7BB2834C5EC5}" type="datetime2">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55958468"/>
      </p:ext>
    </p:extLst>
  </p:cSld>
  <p:clrMapOvr>
    <a:masterClrMapping/>
  </p:clrMapOvr>
</p:sldLayout>
</file>

<file path=ppt/slideLayouts/slideLayout_80000020_879F5175.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C72D07-FB95-F16C-6535-C8AEB3ACAFA0}"/>
              </a:ext>
              <a:ext uri="{C183D7F6-B498-43B3-948B-1728B52AA6E4}">
                <adec:decorative xmlns:adec="http://schemas.microsoft.com/office/drawing/2017/decorative" val="1"/>
              </a:ext>
            </a:extLst>
          </p:cNvPr>
          <p:cNvSpPr/>
          <p:nvPr/>
        </p:nvSpPr>
        <p:spPr>
          <a:xfrm rot="10800000" flipH="1">
            <a:off x="0" y="6408316"/>
            <a:ext cx="12192000" cy="449684"/>
          </a:xfrm>
          <a:prstGeom prst="rect">
            <a:avLst/>
          </a:prstGeom>
          <a:gradFill>
            <a:gsLst>
              <a:gs pos="14000">
                <a:srgbClr val="FE4A00">
                  <a:alpha val="27843"/>
                </a:srgbClr>
              </a:gs>
              <a:gs pos="100000">
                <a:srgbClr val="DA002F">
                  <a:alpha val="84706"/>
                </a:srgb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AA119A-27E9-C86D-0929-AC7B5A35BD16}"/>
              </a:ext>
              <a:ext uri="{C183D7F6-B498-43B3-948B-1728B52AA6E4}">
                <adec:decorative xmlns:adec="http://schemas.microsoft.com/office/drawing/2017/decorative" val="1"/>
              </a:ext>
            </a:extLst>
          </p:cNvPr>
          <p:cNvSpPr/>
          <p:nvPr/>
        </p:nvSpPr>
        <p:spPr>
          <a:xfrm flipH="1">
            <a:off x="3807553" y="6408316"/>
            <a:ext cx="8384444" cy="449684"/>
          </a:xfrm>
          <a:prstGeom prst="rect">
            <a:avLst/>
          </a:prstGeom>
          <a:gradFill>
            <a:gsLst>
              <a:gs pos="9000">
                <a:srgbClr val="D861D4">
                  <a:alpha val="67843"/>
                </a:srgbClr>
              </a:gs>
              <a:gs pos="99000">
                <a:srgbClr val="92248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4" y="310896"/>
            <a:ext cx="6858000" cy="923544"/>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11" name="Picture Placeholder 10">
            <a:extLst>
              <a:ext uri="{FF2B5EF4-FFF2-40B4-BE49-F238E27FC236}">
                <a16:creationId xmlns:a16="http://schemas.microsoft.com/office/drawing/2014/main" id="{B6DF379E-0D41-B503-1F7F-4E6B2B90CC41}"/>
              </a:ext>
            </a:extLst>
          </p:cNvPr>
          <p:cNvSpPr>
            <a:spLocks noGrp="1"/>
          </p:cNvSpPr>
          <p:nvPr>
            <p:ph type="pic" sz="quarter" idx="15" hasCustomPrompt="1"/>
          </p:nvPr>
        </p:nvSpPr>
        <p:spPr>
          <a:xfrm>
            <a:off x="603503" y="603504"/>
            <a:ext cx="3192563" cy="5202936"/>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4" y="1380744"/>
            <a:ext cx="6858000" cy="4608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bg1"/>
                </a:solidFill>
                <a:effectLst/>
              </a:defRPr>
            </a:lvl1pPr>
          </a:lstStyle>
          <a:p>
            <a:fld id="{15508136-2BE5-4DEB-BFFF-CA82AE75DA81}" type="datetime2">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2275365237"/>
      </p:ext>
    </p:extLst>
  </p:cSld>
  <p:clrMapOvr>
    <a:masterClrMapping/>
  </p:clrMapOvr>
</p:sldLayout>
</file>

<file path=ppt/slideLayouts/slideLayout_80000021_4317D436.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CDB1A6A-A82E-C28C-BC71-E59067A1D47F}"/>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2B683A0-4783-F398-8347-7EAF3DEE633C}"/>
              </a:ext>
              <a:ext uri="{C183D7F6-B498-43B3-948B-1728B52AA6E4}">
                <adec:decorative xmlns:adec="http://schemas.microsoft.com/office/drawing/2017/decorative" val="1"/>
              </a:ext>
            </a:extLst>
          </p:cNvPr>
          <p:cNvSpPr/>
          <p:nvPr/>
        </p:nvSpPr>
        <p:spPr>
          <a:xfrm flipH="1">
            <a:off x="8491125" y="6406116"/>
            <a:ext cx="370087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12572"/>
            <a:ext cx="6858000" cy="923544"/>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608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86917188-FC72-8B54-8EBD-7107C6956DBB}"/>
              </a:ext>
            </a:extLst>
          </p:cNvPr>
          <p:cNvSpPr>
            <a:spLocks noGrp="1"/>
          </p:cNvSpPr>
          <p:nvPr>
            <p:ph type="pic" sz="quarter" idx="15" hasCustomPrompt="1"/>
          </p:nvPr>
        </p:nvSpPr>
        <p:spPr>
          <a:xfrm>
            <a:off x="8491126" y="603504"/>
            <a:ext cx="3085177" cy="5202936"/>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8CA907A-57F4-4BE4-B9CF-66B2A48FC3D2}" type="datetime2">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1125635126"/>
      </p:ext>
    </p:extLst>
  </p:cSld>
  <p:clrMapOvr>
    <a:masterClrMapping/>
  </p:clrMapOvr>
</p:sldLayout>
</file>

<file path=ppt/slideLayouts/slideLayout_80000022_D51714DB.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9DCA41D-9DCB-DD45-31CF-2ACE1D2C681B}"/>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1F0C67-B5B9-BA90-0D30-7132F7490891}"/>
              </a:ext>
              <a:ext uri="{C183D7F6-B498-43B3-948B-1728B52AA6E4}">
                <adec:decorative xmlns:adec="http://schemas.microsoft.com/office/drawing/2017/decorative" val="1"/>
              </a:ext>
            </a:extLst>
          </p:cNvPr>
          <p:cNvSpPr/>
          <p:nvPr/>
        </p:nvSpPr>
        <p:spPr>
          <a:xfrm flipH="1">
            <a:off x="5247320" y="6400799"/>
            <a:ext cx="6944677"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3912" y="475488"/>
            <a:ext cx="5440680" cy="1197864"/>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C7A5FBC8-9F7C-5DDE-5C2A-6D231CC88D55}"/>
              </a:ext>
            </a:extLst>
          </p:cNvPr>
          <p:cNvSpPr>
            <a:spLocks noGrp="1"/>
          </p:cNvSpPr>
          <p:nvPr>
            <p:ph type="pic" sz="quarter" idx="15" hasCustomPrompt="1"/>
          </p:nvPr>
        </p:nvSpPr>
        <p:spPr>
          <a:xfrm>
            <a:off x="0" y="-1"/>
            <a:ext cx="5247320" cy="6400369"/>
          </a:xfrm>
          <a:blipFill>
            <a:blip r:embed="rId2">
              <a:alphaModFix amt="70000"/>
            </a:blip>
            <a:stretch>
              <a:fillRect/>
            </a:stretch>
          </a:blipFill>
        </p:spPr>
        <p:txBody>
          <a:bodyPr/>
          <a:lstStyle>
            <a:lvl1pPr marL="0" indent="0">
              <a:buNone/>
              <a:defRPr/>
            </a:lvl1pPr>
          </a:lstStyle>
          <a:p>
            <a:r>
              <a:rPr lang="en-US"/>
              <a:t> </a:t>
            </a:r>
          </a:p>
        </p:txBody>
      </p:sp>
      <p:sp>
        <p:nvSpPr>
          <p:cNvPr id="16" name="Footer Placeholder 15">
            <a:extLst>
              <a:ext uri="{FF2B5EF4-FFF2-40B4-BE49-F238E27FC236}">
                <a16:creationId xmlns:a16="http://schemas.microsoft.com/office/drawing/2014/main" id="{4567FAE1-288E-FD4A-3F64-DC3B7101D933}"/>
              </a:ext>
            </a:extLst>
          </p:cNvPr>
          <p:cNvSpPr>
            <a:spLocks noGrp="1"/>
          </p:cNvSpPr>
          <p:nvPr>
            <p:ph type="ftr" sz="quarter" idx="17"/>
          </p:nvPr>
        </p:nvSpPr>
        <p:spPr>
          <a:xfrm>
            <a:off x="67056" y="6455664"/>
            <a:ext cx="3557016" cy="365760"/>
          </a:xfrm>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153912" y="1856232"/>
            <a:ext cx="544068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Date Placeholder 14">
            <a:extLst>
              <a:ext uri="{FF2B5EF4-FFF2-40B4-BE49-F238E27FC236}">
                <a16:creationId xmlns:a16="http://schemas.microsoft.com/office/drawing/2014/main" id="{35913992-B8EA-FD20-FD4D-5B72B7A440D1}"/>
              </a:ext>
            </a:extLst>
          </p:cNvPr>
          <p:cNvSpPr>
            <a:spLocks noGrp="1"/>
          </p:cNvSpPr>
          <p:nvPr>
            <p:ph type="dt" sz="half" idx="16"/>
          </p:nvPr>
        </p:nvSpPr>
        <p:spPr/>
        <p:txBody>
          <a:bodyPr/>
          <a:lstStyle/>
          <a:p>
            <a:fld id="{F8C0C47F-6992-403B-A8BD-DAD08522434F}" type="datetime2">
              <a:rPr lang="en-US" smtClean="0"/>
              <a:t/>
            </a:fld>
            <a:endParaRPr lang="en-US"/>
          </a:p>
        </p:txBody>
      </p:sp>
      <p:sp>
        <p:nvSpPr>
          <p:cNvPr id="17" name="Slide Number Placeholder 16">
            <a:extLst>
              <a:ext uri="{FF2B5EF4-FFF2-40B4-BE49-F238E27FC236}">
                <a16:creationId xmlns:a16="http://schemas.microsoft.com/office/drawing/2014/main" id="{D5201357-21DD-EA1C-08A2-FA2DAB225074}"/>
              </a:ext>
            </a:extLst>
          </p:cNvPr>
          <p:cNvSpPr>
            <a:spLocks noGrp="1"/>
          </p:cNvSpPr>
          <p:nvPr>
            <p:ph type="sldNum" sz="quarter" idx="18"/>
          </p:nvPr>
        </p:nvSpPr>
        <p:spPr/>
        <p:txBody>
          <a:bodyPr/>
          <a:lstStyle/>
          <a:p>
            <a:fld id="{CC057153-B650-4DEB-B370-79DDCFDCE934}" type="slidenum">
              <a:rPr lang="en-US" smtClean="0"/>
              <a:pPr/>
              <a:t/>
            </a:fld>
            <a:endParaRPr lang="en-US"/>
          </a:p>
        </p:txBody>
      </p:sp>
    </p:spTree>
    <p:extLst>
      <p:ext uri="{BB962C8B-B14F-4D97-AF65-F5344CB8AC3E}">
        <p14:creationId xmlns:p14="http://schemas.microsoft.com/office/powerpoint/2010/main" val="3575059675"/>
      </p:ext>
    </p:extLst>
  </p:cSld>
  <p:clrMapOvr>
    <a:masterClrMapping/>
  </p:clrMapOvr>
</p:sldLayout>
</file>

<file path=ppt/slideLayouts/slideLayout_80000023_95892F57.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9DCA41D-9DCB-DD45-31CF-2ACE1D2C681B}"/>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1F0C67-B5B9-BA90-0D30-7132F7490891}"/>
              </a:ext>
              <a:ext uri="{C183D7F6-B498-43B3-948B-1728B52AA6E4}">
                <adec:decorative xmlns:adec="http://schemas.microsoft.com/office/drawing/2017/decorative" val="1"/>
              </a:ext>
            </a:extLst>
          </p:cNvPr>
          <p:cNvSpPr/>
          <p:nvPr/>
        </p:nvSpPr>
        <p:spPr>
          <a:xfrm flipH="1">
            <a:off x="6922008" y="6400799"/>
            <a:ext cx="5269988"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5488"/>
            <a:ext cx="5440680" cy="1197864"/>
          </a:xfrm>
        </p:spPr>
        <p:txBody>
          <a:bodyPr anchor="b"/>
          <a:lstStyle/>
          <a:p>
            <a:r>
              <a:rPr lang="en-US"/>
              <a:t>Click to edit Master title style</a:t>
            </a:r>
          </a:p>
        </p:txBody>
      </p:sp>
      <p:sp>
        <p:nvSpPr>
          <p:cNvPr id="4" name="Footer Placeholder 3">
            <a:extLst>
              <a:ext uri="{FF2B5EF4-FFF2-40B4-BE49-F238E27FC236}">
                <a16:creationId xmlns:a16="http://schemas.microsoft.com/office/drawing/2014/main" id="{F6328336-AE7A-4C2D-0270-493DC7303B6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31520" y="1856232"/>
            <a:ext cx="544068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C7A5FBC8-9F7C-5DDE-5C2A-6D231CC88D55}"/>
              </a:ext>
            </a:extLst>
          </p:cNvPr>
          <p:cNvSpPr>
            <a:spLocks noGrp="1"/>
          </p:cNvSpPr>
          <p:nvPr>
            <p:ph type="pic" sz="quarter" idx="15" hasCustomPrompt="1"/>
          </p:nvPr>
        </p:nvSpPr>
        <p:spPr>
          <a:xfrm>
            <a:off x="6922008" y="-1"/>
            <a:ext cx="5269992" cy="6400369"/>
          </a:xfrm>
          <a:blipFill>
            <a:blip r:embed="rId2">
              <a:alphaModFix amt="70000"/>
            </a:blip>
            <a:stretch>
              <a:fillRect/>
            </a:stretch>
          </a:blipFill>
        </p:spPr>
        <p:txBody>
          <a:bodyPr/>
          <a:lstStyle>
            <a:lvl1pPr marL="0" indent="0">
              <a:buNone/>
              <a:defRPr/>
            </a:lvl1pPr>
          </a:lstStyle>
          <a:p>
            <a:r>
              <a:rPr lang="en-US"/>
              <a:t> </a:t>
            </a:r>
          </a:p>
        </p:txBody>
      </p:sp>
      <p:sp>
        <p:nvSpPr>
          <p:cNvPr id="3" name="Date Placeholder 2">
            <a:extLst>
              <a:ext uri="{FF2B5EF4-FFF2-40B4-BE49-F238E27FC236}">
                <a16:creationId xmlns:a16="http://schemas.microsoft.com/office/drawing/2014/main" id="{ACE75CBF-C3DD-595A-4D09-0BDBE3A20100}"/>
              </a:ext>
            </a:extLst>
          </p:cNvPr>
          <p:cNvSpPr>
            <a:spLocks noGrp="1"/>
          </p:cNvSpPr>
          <p:nvPr>
            <p:ph type="dt" sz="half" idx="16"/>
          </p:nvPr>
        </p:nvSpPr>
        <p:spPr/>
        <p:txBody>
          <a:bodyPr/>
          <a:lstStyle/>
          <a:p>
            <a:fld id="{4EE2BF70-051F-4182-B873-1FBEE890188B}" type="datetime2">
              <a:rPr lang="en-US" smtClean="0"/>
              <a:t/>
            </a:fld>
            <a:endParaRPr lang="en-US"/>
          </a:p>
        </p:txBody>
      </p:sp>
      <p:sp>
        <p:nvSpPr>
          <p:cNvPr id="5" name="Slide Number Placeholder 4">
            <a:extLst>
              <a:ext uri="{FF2B5EF4-FFF2-40B4-BE49-F238E27FC236}">
                <a16:creationId xmlns:a16="http://schemas.microsoft.com/office/drawing/2014/main" id="{FFC4C584-842E-9FEF-D13D-CAA866F0BFEA}"/>
              </a:ext>
            </a:extLst>
          </p:cNvPr>
          <p:cNvSpPr>
            <a:spLocks noGrp="1"/>
          </p:cNvSpPr>
          <p:nvPr>
            <p:ph type="sldNum" sz="quarter" idx="18"/>
          </p:nvPr>
        </p:nvSpPr>
        <p:spPr/>
        <p:txBody>
          <a:bodyPr/>
          <a:lstStyle/>
          <a:p>
            <a:fld id="{CC057153-B650-4DEB-B370-79DDCFDCE934}" type="slidenum">
              <a:rPr lang="en-US" smtClean="0"/>
              <a:pPr/>
              <a:t/>
            </a:fld>
            <a:endParaRPr lang="en-US"/>
          </a:p>
        </p:txBody>
      </p:sp>
    </p:spTree>
    <p:extLst>
      <p:ext uri="{BB962C8B-B14F-4D97-AF65-F5344CB8AC3E}">
        <p14:creationId xmlns:p14="http://schemas.microsoft.com/office/powerpoint/2010/main" val="2508795735"/>
      </p:ext>
    </p:extLst>
  </p:cSld>
  <p:clrMapOvr>
    <a:masterClrMapping/>
  </p:clrMapOvr>
</p:sldLayout>
</file>

<file path=ppt/slideLayouts/slideLayout_80000024_46FADF48.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81E3123-7D9E-2A08-F196-CDF340945D9D}"/>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FF22AD7-5E04-F73B-69E6-5FA92F998C90}"/>
              </a:ext>
              <a:ext uri="{C183D7F6-B498-43B3-948B-1728B52AA6E4}">
                <adec:decorative xmlns:adec="http://schemas.microsoft.com/office/drawing/2017/decorative" val="1"/>
              </a:ext>
            </a:extLst>
          </p:cNvPr>
          <p:cNvSpPr/>
          <p:nvPr/>
        </p:nvSpPr>
        <p:spPr>
          <a:xfrm flipH="1">
            <a:off x="7284615" y="6400799"/>
            <a:ext cx="4907382"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4736" y="475488"/>
            <a:ext cx="3401568" cy="1197864"/>
          </a:xfrm>
        </p:spPr>
        <p:txBody>
          <a:bodyPr anchor="b"/>
          <a:lstStyle/>
          <a:p>
            <a:r>
              <a:rPr lang="en-US"/>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603504" y="603504"/>
            <a:ext cx="6681111" cy="5202936"/>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4736" y="1856232"/>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2B29163A-D4FD-4B13-B760-29FEA46D26A0}" type="datetime2">
              <a:rPr lang="en-US" smtClean="0"/>
              <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
            </a:fld>
            <a:endParaRPr lang="en-US"/>
          </a:p>
        </p:txBody>
      </p:sp>
    </p:spTree>
    <p:extLst>
      <p:ext uri="{BB962C8B-B14F-4D97-AF65-F5344CB8AC3E}">
        <p14:creationId xmlns:p14="http://schemas.microsoft.com/office/powerpoint/2010/main" val="1190846280"/>
      </p:ext>
    </p:extLst>
  </p:cSld>
  <p:clrMapOvr>
    <a:masterClrMapping/>
  </p:clrMapOvr>
</p:sldLayout>
</file>

<file path=ppt/slideLayouts/slideLayout_80000025_165B2601.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92EA85-E779-E444-F045-AF74D3205F21}"/>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 uri="{C183D7F6-B498-43B3-948B-1728B52AA6E4}">
                <adec:decorative xmlns:adec="http://schemas.microsoft.com/office/drawing/2017/decorative" val="1"/>
              </a:ext>
            </a:extLst>
          </p:cNvPr>
          <p:cNvSpPr/>
          <p:nvPr/>
        </p:nvSpPr>
        <p:spPr>
          <a:xfrm flipH="1">
            <a:off x="7562434" y="6406116"/>
            <a:ext cx="462956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7"/>
            <a:ext cx="2907792" cy="2377440"/>
          </a:xfrm>
        </p:spPr>
        <p:txBody>
          <a:bodyPr anchor="t"/>
          <a:lstStyle/>
          <a:p>
            <a:r>
              <a:rPr lang="en-US"/>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2843784" cy="51114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7562436" y="0"/>
            <a:ext cx="4629564" cy="6409944"/>
          </a:xfrm>
          <a:blipFill>
            <a:blip r:embed="rId2">
              <a:alphaModFix amt="70000"/>
            </a:blip>
            <a:stretch>
              <a:fillRect/>
            </a:stretch>
          </a:blipFill>
        </p:spPr>
        <p:txBody>
          <a:bodyPr/>
          <a:lstStyle>
            <a:lvl1pPr marL="0" indent="0">
              <a:buNone/>
              <a:defRPr/>
            </a:lvl1pPr>
          </a:lstStyle>
          <a:p>
            <a:r>
              <a:rPr lang="en-US"/>
              <a:t> </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BF31E3F0-C597-454C-9C6A-C05C00896517}" type="datetime2">
              <a:rPr lang="en-US" smtClean="0"/>
              <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
            </a:fld>
            <a:endParaRPr lang="en-US"/>
          </a:p>
        </p:txBody>
      </p:sp>
    </p:spTree>
    <p:extLst>
      <p:ext uri="{BB962C8B-B14F-4D97-AF65-F5344CB8AC3E}">
        <p14:creationId xmlns:p14="http://schemas.microsoft.com/office/powerpoint/2010/main" val="375072257"/>
      </p:ext>
    </p:extLst>
  </p:cSld>
  <p:clrMapOvr>
    <a:masterClrMapping/>
  </p:clrMapOvr>
</p:sldLayout>
</file>

<file path=ppt/slideLayouts/slideLayout_80000026_4818B298.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92EA85-E779-E444-F045-AF74D3205F21}"/>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 uri="{C183D7F6-B498-43B3-948B-1728B52AA6E4}">
                <adec:decorative xmlns:adec="http://schemas.microsoft.com/office/drawing/2017/decorative" val="1"/>
              </a:ext>
            </a:extLst>
          </p:cNvPr>
          <p:cNvSpPr/>
          <p:nvPr/>
        </p:nvSpPr>
        <p:spPr>
          <a:xfrm flipH="1">
            <a:off x="8305800" y="6406116"/>
            <a:ext cx="3886200"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8"/>
            <a:ext cx="2907792" cy="2377440"/>
          </a:xfrm>
        </p:spPr>
        <p:txBody>
          <a:bodyPr anchor="t"/>
          <a:lstStyle/>
          <a:p>
            <a:r>
              <a:rPr lang="en-US"/>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3776472" cy="534770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8305800" y="0"/>
            <a:ext cx="3886200" cy="6406116"/>
          </a:xfrm>
          <a:blipFill>
            <a:blip r:embed="rId2">
              <a:alphaModFix amt="70000"/>
            </a:blip>
            <a:stretch>
              <a:fillRect/>
            </a:stretch>
          </a:blipFill>
        </p:spPr>
        <p:txBody>
          <a:bodyPr/>
          <a:lstStyle>
            <a:lvl1pPr marL="0" indent="0">
              <a:buNone/>
              <a:defRPr/>
            </a:lvl1pPr>
          </a:lstStyle>
          <a:p>
            <a:r>
              <a:rPr lang="en-US"/>
              <a:t> </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64C03E46-357C-41AA-B644-5D238512659D}" type="datetime2">
              <a:rPr lang="en-US" smtClean="0"/>
              <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
            </a:fld>
            <a:endParaRPr lang="en-US"/>
          </a:p>
        </p:txBody>
      </p:sp>
    </p:spTree>
    <p:extLst>
      <p:ext uri="{BB962C8B-B14F-4D97-AF65-F5344CB8AC3E}">
        <p14:creationId xmlns:p14="http://schemas.microsoft.com/office/powerpoint/2010/main" val="1209578136"/>
      </p:ext>
    </p:extLst>
  </p:cSld>
  <p:clrMapOvr>
    <a:masterClrMapping/>
  </p:clrMapOvr>
</p:sldLayout>
</file>

<file path=ppt/slideLayouts/slideLayout_80000027_E4B45E39.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DBABC61-0C94-EB2C-729D-13A2A74C04A2}"/>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F3E17B-3D55-4567-37F8-1842ADBFD144}"/>
              </a:ext>
              <a:ext uri="{C183D7F6-B498-43B3-948B-1728B52AA6E4}">
                <adec:decorative xmlns:adec="http://schemas.microsoft.com/office/drawing/2017/decorative" val="1"/>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923544"/>
            <a:ext cx="3840480" cy="2505456"/>
          </a:xfrm>
        </p:spPr>
        <p:txBody>
          <a:bodyPr anchor="b"/>
          <a:lstStyle>
            <a:lvl1pPr algn="r">
              <a:defRPr/>
            </a:lvl1pPr>
          </a:lstStyle>
          <a:p>
            <a:r>
              <a:rPr lang="en-US"/>
              <a:t>Click to edit Master title style</a:t>
            </a:r>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29184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3511295"/>
            <a:ext cx="6172200" cy="260628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F7317806-C1A4-4898-A392-58092F2DAC1E}" type="datetime2">
              <a:rPr lang="en-US" smtClean="0"/>
              <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
            </a:fld>
            <a:endParaRPr lang="en-US"/>
          </a:p>
        </p:txBody>
      </p:sp>
    </p:spTree>
    <p:extLst>
      <p:ext uri="{BB962C8B-B14F-4D97-AF65-F5344CB8AC3E}">
        <p14:creationId xmlns:p14="http://schemas.microsoft.com/office/powerpoint/2010/main" val="3837025849"/>
      </p:ext>
    </p:extLst>
  </p:cSld>
  <p:clrMapOvr>
    <a:masterClrMapping/>
  </p:clrMapOvr>
</p:sldLayout>
</file>

<file path=ppt/slideLayouts/slideLayout_80000028_8AB0044F.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0460BC6-378A-8F4F-1D44-FA6677F92D4E}"/>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4AC97FE-4F82-FCF7-08CC-137F322BADB5}"/>
              </a:ext>
              <a:ext uri="{C183D7F6-B498-43B3-948B-1728B52AA6E4}">
                <adec:decorative xmlns:adec="http://schemas.microsoft.com/office/drawing/2017/decorative" val="1"/>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24128" y="932688"/>
            <a:ext cx="3392424" cy="3182112"/>
          </a:xfrm>
        </p:spPr>
        <p:txBody>
          <a:bodyPr anchor="b"/>
          <a:lstStyle>
            <a:lvl1pPr algn="r">
              <a:defRPr/>
            </a:lvl1pPr>
          </a:lstStyle>
          <a:p>
            <a:r>
              <a:rPr lang="en-US"/>
              <a:t>Click to edit Master title style</a:t>
            </a:r>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959352"/>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4206240"/>
            <a:ext cx="6172200" cy="164592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5EBE550A-BFEE-40D6-A0EE-F4BD2148E98A}" type="datetime2">
              <a:rPr lang="en-US" smtClean="0"/>
              <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
            </a:fld>
            <a:endParaRPr lang="en-US"/>
          </a:p>
        </p:txBody>
      </p:sp>
    </p:spTree>
    <p:extLst>
      <p:ext uri="{BB962C8B-B14F-4D97-AF65-F5344CB8AC3E}">
        <p14:creationId xmlns:p14="http://schemas.microsoft.com/office/powerpoint/2010/main" val="2326791247"/>
      </p:ext>
    </p:extLst>
  </p:cSld>
  <p:clrMapOvr>
    <a:masterClrMapping/>
  </p:clrMapOvr>
</p:sldLayout>
</file>

<file path=ppt/slideLayouts/slideLayout_80000029_16B2FD9F.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CBB6C2A-5CA9-E68C-069E-E0E25559DCC0}"/>
              </a:ext>
              <a:ext uri="{C183D7F6-B498-43B3-948B-1728B52AA6E4}">
                <adec:decorative xmlns:adec="http://schemas.microsoft.com/office/drawing/2017/decorative" val="1"/>
              </a:ext>
            </a:extLst>
          </p:cNvPr>
          <p:cNvSpPr/>
          <p:nvPr/>
        </p:nvSpPr>
        <p:spPr>
          <a:xfrm flipH="1">
            <a:off x="-1" y="6408741"/>
            <a:ext cx="12191998" cy="449259"/>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 uri="{C183D7F6-B498-43B3-948B-1728B52AA6E4}">
                <adec:decorative xmlns:adec="http://schemas.microsoft.com/office/drawing/2017/decorative" val="1"/>
              </a:ext>
            </a:extLst>
          </p:cNvPr>
          <p:cNvSpPr/>
          <p:nvPr/>
        </p:nvSpPr>
        <p:spPr>
          <a:xfrm flipH="1">
            <a:off x="-1" y="6408314"/>
            <a:ext cx="7783998" cy="449686"/>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832104"/>
            <a:ext cx="3273552" cy="1947672"/>
          </a:xfrm>
        </p:spPr>
        <p:txBody>
          <a:bodyPr anchor="b"/>
          <a:lstStyle/>
          <a:p>
            <a:r>
              <a:rPr lang="en-US"/>
              <a:t>Click to edit Master title style</a:t>
            </a:r>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7783999" cy="6411311"/>
          </a:xfrm>
          <a:blipFill>
            <a:blip r:embed="rId2">
              <a:alphaModFix amt="70000"/>
            </a:blip>
            <a:stretch>
              <a:fillRect/>
            </a:stretch>
          </a:blipFill>
        </p:spPr>
        <p:txBody>
          <a:bodyPr/>
          <a:lstStyle>
            <a:lvl1pPr marL="0" indent="0">
              <a:buNone/>
              <a:defRPr/>
            </a:lvl1pPr>
          </a:lstStyle>
          <a:p>
            <a:r>
              <a:rPr lang="en-US"/>
              <a:t> </a:t>
            </a:r>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67056" y="6455664"/>
            <a:ext cx="3557016" cy="365760"/>
          </a:xfrm>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2852928"/>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3F60DE63-5C97-4D17-AD5B-559BE78F8C6E}" type="datetime2">
              <a:rPr lang="en-US" smtClean="0"/>
              <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
            </a:fld>
            <a:endParaRPr lang="en-US"/>
          </a:p>
        </p:txBody>
      </p:sp>
    </p:spTree>
    <p:extLst>
      <p:ext uri="{BB962C8B-B14F-4D97-AF65-F5344CB8AC3E}">
        <p14:creationId xmlns:p14="http://schemas.microsoft.com/office/powerpoint/2010/main" val="380829087"/>
      </p:ext>
    </p:extLst>
  </p:cSld>
  <p:clrMapOvr>
    <a:masterClrMapping/>
  </p:clrMapOvr>
</p:sldLayout>
</file>

<file path=ppt/slideLayouts/slideLayout_80000030_7B454A58.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FA70C64-A82F-539E-FA22-E9EDFA88F0CB}"/>
              </a:ext>
              <a:ext uri="{C183D7F6-B498-43B3-948B-1728B52AA6E4}">
                <adec:decorative xmlns:adec="http://schemas.microsoft.com/office/drawing/2017/decorative" val="1"/>
              </a:ext>
            </a:extLst>
          </p:cNvPr>
          <p:cNvSpPr/>
          <p:nvPr/>
        </p:nvSpPr>
        <p:spPr>
          <a:xfrm flipH="1">
            <a:off x="-1"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B51035-B1FE-075C-1780-50D3B30B2326}"/>
              </a:ext>
              <a:ext uri="{C183D7F6-B498-43B3-948B-1728B52AA6E4}">
                <adec:decorative xmlns:adec="http://schemas.microsoft.com/office/drawing/2017/decorative" val="1"/>
              </a:ext>
            </a:extLst>
          </p:cNvPr>
          <p:cNvSpPr/>
          <p:nvPr/>
        </p:nvSpPr>
        <p:spPr>
          <a:xfrm flipH="1">
            <a:off x="-6"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B1594AB-F53B-583B-B352-D96F6BEA3EAE}"/>
              </a:ext>
              <a:ext uri="{C183D7F6-B498-43B3-948B-1728B52AA6E4}">
                <adec:decorative xmlns:adec="http://schemas.microsoft.com/office/drawing/2017/decorative" val="1"/>
              </a:ext>
            </a:extLst>
          </p:cNvPr>
          <p:cNvSpPr/>
          <p:nvPr/>
        </p:nvSpPr>
        <p:spPr>
          <a:xfrm rot="5400000" flipH="1">
            <a:off x="-1890835"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516DC94B-3BDB-1A55-CF02-E0ACF543DF06}"/>
              </a:ext>
              <a:ext uri="{C183D7F6-B498-43B3-948B-1728B52AA6E4}">
                <adec:decorative xmlns:adec="http://schemas.microsoft.com/office/drawing/2017/decorative" val="1"/>
              </a:ext>
            </a:extLst>
          </p:cNvPr>
          <p:cNvSpPr/>
          <p:nvPr/>
        </p:nvSpPr>
        <p:spPr>
          <a:xfrm rot="10800000">
            <a:off x="-25" y="875999"/>
            <a:ext cx="2609262" cy="4648800"/>
          </a:xfrm>
          <a:custGeom>
            <a:avLst/>
            <a:gdLst>
              <a:gd name="connsiteX0" fmla="*/ 2324400 w 2609262"/>
              <a:gd name="connsiteY0" fmla="*/ 4648800 h 4648800"/>
              <a:gd name="connsiteX1" fmla="*/ 0 w 2609262"/>
              <a:gd name="connsiteY1" fmla="*/ 2324400 h 4648800"/>
              <a:gd name="connsiteX2" fmla="*/ 2324400 w 2609262"/>
              <a:gd name="connsiteY2" fmla="*/ 0 h 4648800"/>
              <a:gd name="connsiteX3" fmla="*/ 2562056 w 2609262"/>
              <a:gd name="connsiteY3" fmla="*/ 12001 h 4648800"/>
              <a:gd name="connsiteX4" fmla="*/ 2609262 w 2609262"/>
              <a:gd name="connsiteY4" fmla="*/ 19205 h 4648800"/>
              <a:gd name="connsiteX5" fmla="*/ 2609262 w 2609262"/>
              <a:gd name="connsiteY5" fmla="*/ 4629595 h 4648800"/>
              <a:gd name="connsiteX6" fmla="*/ 2562056 w 2609262"/>
              <a:gd name="connsiteY6" fmla="*/ 4636799 h 4648800"/>
              <a:gd name="connsiteX7" fmla="*/ 2324400 w 2609262"/>
              <a:gd name="connsiteY7" fmla="*/ 4648800 h 464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09262" h="4648800">
                <a:moveTo>
                  <a:pt x="2324400" y="4648800"/>
                </a:moveTo>
                <a:cubicBezTo>
                  <a:pt x="1040669" y="4648800"/>
                  <a:pt x="0" y="3608131"/>
                  <a:pt x="0" y="2324400"/>
                </a:cubicBezTo>
                <a:cubicBezTo>
                  <a:pt x="0" y="1040669"/>
                  <a:pt x="1040669" y="0"/>
                  <a:pt x="2324400" y="0"/>
                </a:cubicBezTo>
                <a:cubicBezTo>
                  <a:pt x="2404633" y="0"/>
                  <a:pt x="2483917" y="4065"/>
                  <a:pt x="2562056" y="12001"/>
                </a:cubicBezTo>
                <a:lnTo>
                  <a:pt x="2609262" y="19205"/>
                </a:lnTo>
                <a:lnTo>
                  <a:pt x="2609262" y="4629595"/>
                </a:lnTo>
                <a:lnTo>
                  <a:pt x="2562056" y="4636799"/>
                </a:lnTo>
                <a:cubicBezTo>
                  <a:pt x="2483917" y="4644735"/>
                  <a:pt x="2404633" y="4648800"/>
                  <a:pt x="2324400" y="4648800"/>
                </a:cubicBezTo>
                <a:close/>
              </a:path>
            </a:pathLst>
          </a:cu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897458" y="731520"/>
            <a:ext cx="6794097" cy="5559552"/>
          </a:xfrm>
        </p:spPr>
        <p:txBody>
          <a:bodyPr anchor="ctr">
            <a:normAutofit/>
          </a:bodyPr>
          <a:lstStyle>
            <a:lvl1pPr marL="0" indent="0">
              <a:lnSpc>
                <a:spcPct val="100000"/>
              </a:lnSpc>
              <a:buNone/>
              <a:defRPr sz="4800" b="1">
                <a:latin typeface="+mj-lt"/>
              </a:defRPr>
            </a:lvl1pPr>
            <a:lvl2pPr marL="228600" indent="0">
              <a:lnSpc>
                <a:spcPct val="100000"/>
              </a:lnSpc>
              <a:buNone/>
              <a:defRPr sz="4400" b="1">
                <a:latin typeface="+mj-lt"/>
              </a:defRPr>
            </a:lvl2pPr>
            <a:lvl3pPr marL="457200" indent="0">
              <a:lnSpc>
                <a:spcPct val="100000"/>
              </a:lnSpc>
              <a:buNone/>
              <a:defRPr sz="4000" b="1">
                <a:latin typeface="+mj-lt"/>
              </a:defRPr>
            </a:lvl3pPr>
            <a:lvl4pPr marL="685800" indent="0">
              <a:lnSpc>
                <a:spcPct val="100000"/>
              </a:lnSpc>
              <a:buNone/>
              <a:defRPr sz="3600" b="1">
                <a:latin typeface="+mj-lt"/>
              </a:defRPr>
            </a:lvl4pPr>
            <a:lvl5pPr marL="914400" indent="0">
              <a:lnSpc>
                <a:spcPct val="100000"/>
              </a:lnSpc>
              <a:buNone/>
              <a:defRPr sz="3200" b="1">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D599FD6B-A98A-41CE-AE80-E9BFC922155F}" type="datetime2">
              <a:rPr lang="en-US" smtClean="0"/>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2068138584"/>
      </p:ext>
    </p:extLst>
  </p:cSld>
  <p:clrMapOvr>
    <a:masterClrMapping/>
  </p:clrMapOvr>
</p:sldLayout>
</file>

<file path=ppt/slideLayouts/slideLayout_80000031_FAE1DD60.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20" y="978408"/>
            <a:ext cx="10177272" cy="4837176"/>
          </a:xfrm>
        </p:spPr>
        <p:txBody>
          <a:bodyPr anchor="b">
            <a:normAutofit/>
          </a:bodyPr>
          <a:lstStyle>
            <a:lvl1pPr marL="0" indent="0">
              <a:lnSpc>
                <a:spcPct val="110000"/>
              </a:lnSpc>
              <a:buNone/>
              <a:defRPr sz="4800" b="1" cap="none" spc="100" baseline="0">
                <a:latin typeface="+mj-lt"/>
              </a:defRPr>
            </a:lvl1pPr>
            <a:lvl2pPr marL="228600" indent="0">
              <a:lnSpc>
                <a:spcPct val="110000"/>
              </a:lnSpc>
              <a:buNone/>
              <a:defRPr sz="4000" b="1" cap="none" spc="100" baseline="0">
                <a:latin typeface="+mj-lt"/>
              </a:defRPr>
            </a:lvl2pPr>
            <a:lvl3pPr marL="457200" indent="0">
              <a:lnSpc>
                <a:spcPct val="110000"/>
              </a:lnSpc>
              <a:buNone/>
              <a:defRPr sz="3600" b="1" cap="none" spc="100" baseline="0">
                <a:latin typeface="+mj-lt"/>
              </a:defRPr>
            </a:lvl3pPr>
            <a:lvl4pPr marL="685800" indent="0">
              <a:lnSpc>
                <a:spcPct val="110000"/>
              </a:lnSpc>
              <a:buNone/>
              <a:defRPr sz="3200" b="1" cap="none" spc="100" baseline="0">
                <a:latin typeface="+mj-lt"/>
              </a:defRPr>
            </a:lvl4pPr>
            <a:lvl5pPr marL="914400" indent="0">
              <a:lnSpc>
                <a:spcPct val="110000"/>
              </a:lnSpc>
              <a:buNone/>
              <a:defRPr sz="2800" b="1" cap="none" spc="100" baseline="0">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E952A27B-DA16-4786-8944-4B1CF34905EE}" type="datetime2">
              <a:rPr lang="en-US" smtClean="0"/>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
            </a:fld>
            <a:endParaRPr lang="en-US"/>
          </a:p>
        </p:txBody>
      </p:sp>
    </p:spTree>
    <p:extLst>
      <p:ext uri="{BB962C8B-B14F-4D97-AF65-F5344CB8AC3E}">
        <p14:creationId xmlns:p14="http://schemas.microsoft.com/office/powerpoint/2010/main" val="4209106272"/>
      </p:ext>
    </p:extLst>
  </p:cSld>
  <p:clrMapOvr>
    <a:masterClrMapping/>
  </p:clrMapOvr>
</p:sldLayout>
</file>

<file path=ppt/slideLayouts/slideLayout_80000032_65DDF8ED.xml><?xml version="1.0" encoding="utf-8"?>
<p:sldLayout xmlns:a="http://schemas.openxmlformats.org/drawingml/2006/main" xmlns:r="http://schemas.openxmlformats.org/officeDocument/2006/relationships" xmlns:p="http://schemas.openxmlformats.org/presentationml/2006/main" showMasterSp="0" preserve="1">
  <p:cSld name="Statem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909A4D1-63C5-2E23-5C6B-F8AF94782183}"/>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8" name="Group 7">
            <a:extLst>
              <a:ext uri="{FF2B5EF4-FFF2-40B4-BE49-F238E27FC236}">
                <a16:creationId xmlns:a16="http://schemas.microsoft.com/office/drawing/2014/main" id="{42070271-1317-4457-72C3-9560AF9D7416}"/>
              </a:ext>
              <a:ext uri="{C183D7F6-B498-43B3-948B-1728B52AA6E4}">
                <adec:decorative xmlns:adec="http://schemas.microsoft.com/office/drawing/2017/decorative" val="1"/>
              </a:ext>
            </a:extLst>
          </p:cNvPr>
          <p:cNvGrpSpPr/>
          <p:nvPr/>
        </p:nvGrpSpPr>
        <p:grpSpPr>
          <a:xfrm flipH="1" flipV="1">
            <a:off x="-12756" y="2522"/>
            <a:ext cx="12217513" cy="6863044"/>
            <a:chOff x="585170" y="-169430"/>
            <a:chExt cx="12217513" cy="6863044"/>
          </a:xfrm>
        </p:grpSpPr>
        <p:sp>
          <p:nvSpPr>
            <p:cNvPr id="9" name="Rectangle 8">
              <a:extLst>
                <a:ext uri="{FF2B5EF4-FFF2-40B4-BE49-F238E27FC236}">
                  <a16:creationId xmlns:a16="http://schemas.microsoft.com/office/drawing/2014/main" id="{A3EA2358-7C35-E7F3-E8C3-3D28909E4016}"/>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8E347F1A-F45E-1DB5-00F2-8254D6979D4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B4CF8B62-DFD0-EBF8-5BB9-282EB5B6124B}"/>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3EBCED88-F67D-F1DB-27DB-72BF0D6DDBF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Freeform: Shape 13">
            <a:extLst>
              <a:ext uri="{FF2B5EF4-FFF2-40B4-BE49-F238E27FC236}">
                <a16:creationId xmlns:a16="http://schemas.microsoft.com/office/drawing/2014/main" id="{D6EBBFD2-5112-E929-5402-0348DC2938AB}"/>
              </a:ext>
              <a:ext uri="{C183D7F6-B498-43B3-948B-1728B52AA6E4}">
                <adec:decorative xmlns:adec="http://schemas.microsoft.com/office/drawing/2017/decorative" val="1"/>
              </a:ext>
            </a:extLst>
          </p:cNvPr>
          <p:cNvSpPr/>
          <p:nvPr/>
        </p:nvSpPr>
        <p:spPr>
          <a:xfrm rot="12508972">
            <a:off x="5465204" y="1877618"/>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ectangle 12">
            <a:extLst>
              <a:ext uri="{FF2B5EF4-FFF2-40B4-BE49-F238E27FC236}">
                <a16:creationId xmlns:a16="http://schemas.microsoft.com/office/drawing/2014/main" id="{7069311F-FD36-C119-8B93-522F477634FB}"/>
              </a:ext>
              <a:ext uri="{C183D7F6-B498-43B3-948B-1728B52AA6E4}">
                <adec:decorative xmlns:adec="http://schemas.microsoft.com/office/drawing/2017/decorative" val="1"/>
              </a:ext>
            </a:extLst>
          </p:cNvPr>
          <p:cNvSpPr/>
          <p:nvPr/>
        </p:nvSpPr>
        <p:spPr>
          <a:xfrm flipV="1">
            <a:off x="-18286" y="-5046"/>
            <a:ext cx="12221346" cy="5094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19" y="731520"/>
            <a:ext cx="9181224" cy="3806425"/>
          </a:xfrm>
        </p:spPr>
        <p:txBody>
          <a:bodyPr anchor="t">
            <a:normAutofit/>
          </a:bodyPr>
          <a:lstStyle>
            <a:lvl1pPr marL="0" indent="0">
              <a:lnSpc>
                <a:spcPct val="110000"/>
              </a:lnSpc>
              <a:buNone/>
              <a:defRPr sz="4600" b="1" cap="none" spc="100" baseline="0">
                <a:latin typeface="+mj-lt"/>
              </a:defRPr>
            </a:lvl1pPr>
            <a:lvl2pPr marL="228600" indent="0">
              <a:lnSpc>
                <a:spcPct val="110000"/>
              </a:lnSpc>
              <a:buNone/>
              <a:defRPr sz="3600" b="1" cap="none" spc="100" baseline="0">
                <a:latin typeface="+mj-lt"/>
              </a:defRPr>
            </a:lvl2pPr>
            <a:lvl3pPr marL="457200" indent="0">
              <a:lnSpc>
                <a:spcPct val="110000"/>
              </a:lnSpc>
              <a:buNone/>
              <a:defRPr sz="3200" b="1" cap="none" spc="100" baseline="0">
                <a:latin typeface="+mj-lt"/>
              </a:defRPr>
            </a:lvl3pPr>
            <a:lvl4pPr marL="685800" indent="0">
              <a:lnSpc>
                <a:spcPct val="110000"/>
              </a:lnSpc>
              <a:buNone/>
              <a:defRPr sz="2800" b="1" cap="none" spc="100" baseline="0">
                <a:latin typeface="+mj-lt"/>
              </a:defRPr>
            </a:lvl4pPr>
            <a:lvl5pPr marL="914400" indent="0">
              <a:lnSpc>
                <a:spcPct val="110000"/>
              </a:lnSpc>
              <a:buNone/>
              <a:defRPr sz="2400" b="1" cap="none" spc="100" baseline="0">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9C5DA190-1DE0-42AE-81F7-BAE9BB470D89}" type="datetime2">
              <a:rPr lang="en-US" smtClean="0"/>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
            </a:fld>
            <a:endParaRPr lang="en-US"/>
          </a:p>
        </p:txBody>
      </p:sp>
    </p:spTree>
    <p:extLst>
      <p:ext uri="{BB962C8B-B14F-4D97-AF65-F5344CB8AC3E}">
        <p14:creationId xmlns:p14="http://schemas.microsoft.com/office/powerpoint/2010/main" val="1709045997"/>
      </p:ext>
    </p:extLst>
  </p:cSld>
  <p:clrMapOvr>
    <a:masterClrMapping/>
  </p:clrMapOvr>
</p:sldLayout>
</file>

<file path=ppt/slideLayouts/slideLayout_80000033_3A879955.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C6A6A9-A341-BF9D-FA80-3868D42AC72B}"/>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C59BFB5-5C25-0FCB-27C7-A478767CACAC}"/>
              </a:ext>
              <a:ext uri="{C183D7F6-B498-43B3-948B-1728B52AA6E4}">
                <adec:decorative xmlns:adec="http://schemas.microsoft.com/office/drawing/2017/decorative" val="1"/>
              </a:ext>
            </a:extLst>
          </p:cNvPr>
          <p:cNvSpPr/>
          <p:nvPr/>
        </p:nvSpPr>
        <p:spPr>
          <a:xfrm>
            <a:off x="1009651" y="1028701"/>
            <a:ext cx="10172700" cy="48005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BB5F22C-2988-B6EC-AA0B-D03BCA1A0B45}"/>
              </a:ext>
              <a:ext uri="{C183D7F6-B498-43B3-948B-1728B52AA6E4}">
                <adec:decorative xmlns:adec="http://schemas.microsoft.com/office/drawing/2017/decorative" val="1"/>
              </a:ext>
            </a:extLst>
          </p:cNvPr>
          <p:cNvSpPr/>
          <p:nvPr/>
        </p:nvSpPr>
        <p:spPr>
          <a:xfrm rot="10800000" flipH="1">
            <a:off x="1009651" y="4853253"/>
            <a:ext cx="10172700" cy="976045"/>
          </a:xfrm>
          <a:prstGeom prst="rect">
            <a:avLst/>
          </a:prstGeom>
          <a:gradFill>
            <a:gsLst>
              <a:gs pos="0">
                <a:srgbClr val="FE4A00">
                  <a:alpha val="66667"/>
                </a:srgbClr>
              </a:gs>
              <a:gs pos="100000">
                <a:srgbClr val="9C2C97"/>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F509EC5E-5DB0-5907-06E8-B18F1AE29144}"/>
              </a:ext>
              <a:ext uri="{C183D7F6-B498-43B3-948B-1728B52AA6E4}">
                <adec:decorative xmlns:adec="http://schemas.microsoft.com/office/drawing/2017/decorative" val="1"/>
              </a:ext>
            </a:extLst>
          </p:cNvPr>
          <p:cNvSpPr/>
          <p:nvPr/>
        </p:nvSpPr>
        <p:spPr>
          <a:xfrm flipH="1">
            <a:off x="1009648" y="4853256"/>
            <a:ext cx="7105652" cy="976043"/>
          </a:xfrm>
          <a:prstGeom prst="rect">
            <a:avLst/>
          </a:prstGeom>
          <a:gradFill>
            <a:gsLst>
              <a:gs pos="0">
                <a:srgbClr val="FF6753">
                  <a:alpha val="0"/>
                </a:srgbClr>
              </a:gs>
              <a:gs pos="99000">
                <a:srgbClr val="D6002E">
                  <a:alpha val="4400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499616" y="5020056"/>
            <a:ext cx="9198864" cy="649224"/>
          </a:xfrm>
        </p:spPr>
        <p:txBody>
          <a:bodyPr anchor="ctr">
            <a:normAutofit/>
          </a:bodyPr>
          <a:lstStyle>
            <a:lvl1pPr algn="ctr">
              <a:lnSpc>
                <a:spcPct val="120000"/>
              </a:lnSpc>
              <a:defRPr sz="1600" b="1" cap="all" spc="400" baseline="0">
                <a:solidFill>
                  <a:schemeClr val="bg1"/>
                </a:solidFill>
                <a:latin typeface="+mn-lt"/>
              </a:defRPr>
            </a:lvl1pPr>
          </a:lstStyle>
          <a:p>
            <a:r>
              <a:rPr lang="en-US"/>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2020824" y="1737360"/>
            <a:ext cx="8156448" cy="2569464"/>
          </a:xfrm>
        </p:spPr>
        <p:txBody>
          <a:bodyPr anchor="ctr">
            <a:normAutofit/>
          </a:bodyPr>
          <a:lstStyle>
            <a:lvl1pPr marL="0" indent="0" algn="ctr">
              <a:lnSpc>
                <a:spcPct val="110000"/>
              </a:lnSpc>
              <a:buNone/>
              <a:defRPr sz="3500">
                <a:latin typeface="+mj-lt"/>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2100A192-F923-4AB4-BDCC-6ACB26A0AAAE}" type="datetime2">
              <a:rPr lang="en-US" smtClean="0"/>
              <a:t/>
            </a:fld>
            <a:endParaRPr lang="en-US"/>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981965141"/>
      </p:ext>
    </p:extLst>
  </p:cSld>
  <p:clrMapOvr>
    <a:masterClrMapping/>
  </p:clrMapOvr>
</p:sldLayout>
</file>

<file path=ppt/slideLayouts/slideLayout_80000034_A8359057.xml><?xml version="1.0" encoding="utf-8"?>
<p:sldLayout xmlns:a="http://schemas.openxmlformats.org/drawingml/2006/main" xmlns:r="http://schemas.openxmlformats.org/officeDocument/2006/relationships" xmlns:p="http://schemas.openxmlformats.org/presentationml/2006/main" showMasterSp="0" preserve="1">
  <p:cSld name="Quote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BF513F4-C880-287E-B00A-BD9B413CBEEB}"/>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4" name="Rectangle 3">
            <a:extLst>
              <a:ext uri="{FF2B5EF4-FFF2-40B4-BE49-F238E27FC236}">
                <a16:creationId xmlns:a16="http://schemas.microsoft.com/office/drawing/2014/main" id="{9B08A6AB-C3A8-7501-6BC6-83CFA6C0F9A3}"/>
              </a:ext>
              <a:ext uri="{C183D7F6-B498-43B3-948B-1728B52AA6E4}">
                <adec:decorative xmlns:adec="http://schemas.microsoft.com/office/drawing/2017/decorative" val="1"/>
              </a:ext>
            </a:extLst>
          </p:cNvPr>
          <p:cNvSpPr/>
          <p:nvPr/>
        </p:nvSpPr>
        <p:spPr>
          <a:xfrm>
            <a:off x="1009651" y="1028698"/>
            <a:ext cx="10172706" cy="480060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73F9668-0C20-D45C-536B-66FBB7F30C45}"/>
              </a:ext>
              <a:ext uri="{C183D7F6-B498-43B3-948B-1728B52AA6E4}">
                <adec:decorative xmlns:adec="http://schemas.microsoft.com/office/drawing/2017/decorative" val="1"/>
              </a:ext>
            </a:extLst>
          </p:cNvPr>
          <p:cNvSpPr/>
          <p:nvPr/>
        </p:nvSpPr>
        <p:spPr>
          <a:xfrm flipH="1">
            <a:off x="1009649" y="1028699"/>
            <a:ext cx="10174534" cy="4800598"/>
          </a:xfrm>
          <a:prstGeom prst="rect">
            <a:avLst/>
          </a:prstGeom>
          <a:gradFill>
            <a:gsLst>
              <a:gs pos="9000">
                <a:srgbClr val="FF9265"/>
              </a:gs>
              <a:gs pos="95000">
                <a:srgbClr val="DA002F">
                  <a:alpha val="7900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8C2C855-B15C-090B-5493-3D36B8A52654}"/>
              </a:ext>
              <a:ext uri="{C183D7F6-B498-43B3-948B-1728B52AA6E4}">
                <adec:decorative xmlns:adec="http://schemas.microsoft.com/office/drawing/2017/decorative" val="1"/>
              </a:ext>
            </a:extLst>
          </p:cNvPr>
          <p:cNvSpPr/>
          <p:nvPr/>
        </p:nvSpPr>
        <p:spPr>
          <a:xfrm rot="10800000" flipH="1">
            <a:off x="1005991" y="4421079"/>
            <a:ext cx="10176358" cy="1408215"/>
          </a:xfrm>
          <a:prstGeom prst="rect">
            <a:avLst/>
          </a:prstGeom>
          <a:gradFill>
            <a:gsLst>
              <a:gs pos="26000">
                <a:srgbClr val="BA0267">
                  <a:alpha val="0"/>
                </a:srgbClr>
              </a:gs>
              <a:gs pos="95000">
                <a:srgbClr val="9B3597">
                  <a:alpha val="62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981CB20-1010-8C73-0086-CAB904E4B99D}"/>
              </a:ext>
              <a:ext uri="{C183D7F6-B498-43B3-948B-1728B52AA6E4}">
                <adec:decorative xmlns:adec="http://schemas.microsoft.com/office/drawing/2017/decorative" val="1"/>
              </a:ext>
            </a:extLst>
          </p:cNvPr>
          <p:cNvSpPr/>
          <p:nvPr/>
        </p:nvSpPr>
        <p:spPr>
          <a:xfrm rot="5400000" flipH="1">
            <a:off x="3568444" y="-1531928"/>
            <a:ext cx="4800598" cy="9921854"/>
          </a:xfrm>
          <a:prstGeom prst="rect">
            <a:avLst/>
          </a:prstGeom>
          <a:gradFill>
            <a:gsLst>
              <a:gs pos="22000">
                <a:srgbClr val="A60296">
                  <a:alpha val="49000"/>
                </a:srgbClr>
              </a:gs>
              <a:gs pos="99000">
                <a:srgbClr val="DA002F">
                  <a:alpha val="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792224" y="4736592"/>
            <a:ext cx="8349303" cy="795528"/>
          </a:xfrm>
        </p:spPr>
        <p:txBody>
          <a:bodyPr vert="horz" lIns="91440" tIns="45720" rIns="91440" bIns="45720" rtlCol="0" anchor="ctr">
            <a:normAutofit/>
          </a:bodyPr>
          <a:lstStyle>
            <a:lvl1pPr>
              <a:lnSpc>
                <a:spcPct val="120000"/>
              </a:lnSpc>
              <a:defRPr lang="en-US" sz="2200" cap="all" spc="400" baseline="0" dirty="0">
                <a:solidFill>
                  <a:schemeClr val="tx1"/>
                </a:solidFill>
              </a:defRPr>
            </a:lvl1pPr>
          </a:lstStyle>
          <a:p>
            <a:pPr lvl="0"/>
            <a:r>
              <a:rPr lang="en-US"/>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655064" y="1481328"/>
            <a:ext cx="8001000" cy="2752344"/>
          </a:xfrm>
        </p:spPr>
        <p:txBody>
          <a:bodyPr vert="horz" lIns="91440" tIns="45720" rIns="91440" bIns="45720" rtlCol="0" anchor="ctr">
            <a:normAutofit/>
          </a:bodyPr>
          <a:lstStyle>
            <a:lvl1pPr marL="128016" indent="-137160">
              <a:lnSpc>
                <a:spcPct val="110000"/>
              </a:lnSpc>
              <a:buNone/>
              <a:defRPr lang="en-US" sz="3200" dirty="0">
                <a:solidFill>
                  <a:schemeClr val="tx1"/>
                </a:solidFill>
                <a:latin typeface="+mj-lt"/>
              </a:defRPr>
            </a:lvl1pPr>
          </a:lstStyle>
          <a:p>
            <a:pPr lvl="0"/>
            <a:r>
              <a:rPr lang="en-US"/>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bg1"/>
                </a:solidFill>
              </a:defRPr>
            </a:lvl1pPr>
          </a:lstStyle>
          <a:p>
            <a:fld id="{F3769460-8E62-40CA-83A8-CB830C3D7F18}" type="datetime2">
              <a:rPr lang="en-US" smtClean="0"/>
              <a:t/>
            </a:fld>
            <a:endParaRPr lang="en-US"/>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2822082647"/>
      </p:ext>
    </p:extLst>
  </p:cSld>
  <p:clrMapOvr>
    <a:overrideClrMapping bg1="dk1" tx1="lt1" bg2="dk2" tx2="lt2" accent1="accent1" accent2="accent2" accent3="accent3" accent4="accent4" accent5="accent5" accent6="accent6" hlink="hlink" folHlink="folHlink"/>
  </p:clrMapOvr>
</p:sldLayout>
</file>

<file path=ppt/slideLayouts/slideLayout_80000035_262C5FAD.xml><?xml version="1.0" encoding="utf-8"?>
<p:sldLayout xmlns:a="http://schemas.openxmlformats.org/drawingml/2006/main" xmlns:r="http://schemas.openxmlformats.org/officeDocument/2006/relationships" xmlns:p="http://schemas.openxmlformats.org/presentationml/2006/main" showMasterSp="0" preserve="1">
  <p:cSld name="Quot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69A9201-705F-55B6-3F46-D68411A32E2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E4BBA50-2898-3426-D749-CD2833395810}"/>
              </a:ext>
              <a:ext uri="{C183D7F6-B498-43B3-948B-1728B52AA6E4}">
                <adec:decorative xmlns:adec="http://schemas.microsoft.com/office/drawing/2017/decorative" val="1"/>
              </a:ext>
            </a:extLst>
          </p:cNvPr>
          <p:cNvSpPr/>
          <p:nvPr/>
        </p:nvSpPr>
        <p:spPr>
          <a:xfrm>
            <a:off x="1009651" y="1028701"/>
            <a:ext cx="10172700" cy="4800598"/>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D6BEDF5-EA71-E3BD-29EA-A8A58B1227EE}"/>
              </a:ext>
              <a:ext uri="{C183D7F6-B498-43B3-948B-1728B52AA6E4}">
                <adec:decorative xmlns:adec="http://schemas.microsoft.com/office/drawing/2017/decorative" val="1"/>
              </a:ext>
            </a:extLst>
          </p:cNvPr>
          <p:cNvSpPr/>
          <p:nvPr/>
        </p:nvSpPr>
        <p:spPr>
          <a:xfrm flipH="1">
            <a:off x="8115303" y="1028698"/>
            <a:ext cx="3086100" cy="4800599"/>
          </a:xfrm>
          <a:prstGeom prst="rect">
            <a:avLst/>
          </a:prstGeom>
          <a:gradFill>
            <a:gsLst>
              <a:gs pos="0">
                <a:srgbClr val="FE4A00">
                  <a:alpha val="81000"/>
                </a:srgbClr>
              </a:gs>
              <a:gs pos="100000">
                <a:srgbClr val="9C2C97"/>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2ABA6F75-CEBF-CDAC-9F4B-3C794F813211}"/>
              </a:ext>
              <a:ext uri="{C183D7F6-B498-43B3-948B-1728B52AA6E4}">
                <adec:decorative xmlns:adec="http://schemas.microsoft.com/office/drawing/2017/decorative" val="1"/>
              </a:ext>
            </a:extLst>
          </p:cNvPr>
          <p:cNvSpPr/>
          <p:nvPr/>
        </p:nvSpPr>
        <p:spPr>
          <a:xfrm rot="10800000" flipH="1">
            <a:off x="8124832" y="1028696"/>
            <a:ext cx="3076572" cy="3584648"/>
          </a:xfrm>
          <a:prstGeom prst="rect">
            <a:avLst/>
          </a:prstGeom>
          <a:gradFill>
            <a:gsLst>
              <a:gs pos="0">
                <a:srgbClr val="FF6753">
                  <a:alpha val="0"/>
                </a:srgbClr>
              </a:gs>
              <a:gs pos="99000">
                <a:srgbClr val="D6002E">
                  <a:alpha val="4400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8531352" y="1792224"/>
            <a:ext cx="2322576" cy="3465576"/>
          </a:xfrm>
        </p:spPr>
        <p:txBody>
          <a:bodyPr anchor="ctr">
            <a:normAutofit/>
          </a:bodyPr>
          <a:lstStyle>
            <a:lvl1pPr algn="ctr">
              <a:lnSpc>
                <a:spcPct val="120000"/>
              </a:lnSpc>
              <a:defRPr sz="1600" b="0" cap="all" spc="400" baseline="0">
                <a:solidFill>
                  <a:schemeClr val="bg1"/>
                </a:solidFill>
                <a:latin typeface="+mn-lt"/>
              </a:defRPr>
            </a:lvl1pPr>
          </a:lstStyle>
          <a:p>
            <a:r>
              <a:rPr lang="en-US"/>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737360" y="1399032"/>
            <a:ext cx="5751576" cy="4041648"/>
          </a:xfrm>
        </p:spPr>
        <p:txBody>
          <a:bodyPr vert="horz" lIns="91440" tIns="45720" rIns="91440" bIns="45720" rtlCol="0" anchor="ctr">
            <a:normAutofit/>
          </a:bodyPr>
          <a:lstStyle>
            <a:lvl1pPr marL="182880" indent="-182880">
              <a:lnSpc>
                <a:spcPct val="110000"/>
              </a:lnSpc>
              <a:spcBef>
                <a:spcPts val="0"/>
              </a:spcBef>
              <a:buNone/>
              <a:defRPr lang="en-US" sz="3400" b="1" dirty="0">
                <a:latin typeface="+mj-lt"/>
              </a:defRPr>
            </a:lvl1pPr>
          </a:lstStyle>
          <a:p>
            <a:pPr lvl="0"/>
            <a:r>
              <a:rPr lang="en-US"/>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4D9BF413-3F81-4C14-A195-E47B863670C3}" type="datetime2">
              <a:rPr lang="en-US" smtClean="0"/>
              <a:t/>
            </a:fld>
            <a:endParaRPr lang="en-US"/>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640442285"/>
      </p:ext>
    </p:extLst>
  </p:cSld>
  <p:clrMapOvr>
    <a:masterClrMapping/>
  </p:clrMapOvr>
</p:sldLayout>
</file>

<file path=ppt/slideLayouts/slideLayout_80000036_BBFE15D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1" y="294248"/>
            <a:ext cx="10844784" cy="958480"/>
          </a:xfrm>
        </p:spPr>
        <p:txBody>
          <a:body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Content Placeholder 3">
            <a:extLst>
              <a:ext uri="{FF2B5EF4-FFF2-40B4-BE49-F238E27FC236}">
                <a16:creationId xmlns:a16="http://schemas.microsoft.com/office/drawing/2014/main" id="{0D0CE8AB-DD53-DE37-0172-0F4C2D9FEBDA}"/>
              </a:ext>
            </a:extLst>
          </p:cNvPr>
          <p:cNvSpPr>
            <a:spLocks noGrp="1"/>
          </p:cNvSpPr>
          <p:nvPr>
            <p:ph sz="quarter" idx="15"/>
          </p:nvPr>
        </p:nvSpPr>
        <p:spPr>
          <a:xfrm>
            <a:off x="731838" y="2020824"/>
            <a:ext cx="5075237" cy="411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3467A339-2191-25DF-DA14-F9F1C27E8EBD}"/>
              </a:ext>
            </a:extLst>
          </p:cNvPr>
          <p:cNvSpPr>
            <a:spLocks noGrp="1"/>
          </p:cNvSpPr>
          <p:nvPr>
            <p:ph sz="quarter" idx="16"/>
          </p:nvPr>
        </p:nvSpPr>
        <p:spPr>
          <a:xfrm>
            <a:off x="6500813" y="2020824"/>
            <a:ext cx="5075237" cy="411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3F1486C-F518-4593-A9F9-71F14C909BBB}" type="datetime2">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3153991127"/>
      </p:ext>
    </p:extLst>
  </p:cSld>
  <p:clrMapOvr>
    <a:masterClrMapping/>
  </p:clrMapOvr>
</p:sldLayout>
</file>

<file path=ppt/slideLayouts/slideLayout_80000037_B962C87D.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731520" y="292608"/>
            <a:ext cx="10844784" cy="960120"/>
          </a:xfrm>
        </p:spPr>
        <p:txBody>
          <a:body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07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5D0ED8F7-2A3F-80A9-EF90-A2A4073C69D3}"/>
              </a:ext>
            </a:extLst>
          </p:cNvPr>
          <p:cNvSpPr>
            <a:spLocks noGrp="1"/>
          </p:cNvSpPr>
          <p:nvPr>
            <p:ph sz="quarter" idx="15"/>
          </p:nvPr>
        </p:nvSpPr>
        <p:spPr>
          <a:xfrm>
            <a:off x="731838" y="2020888"/>
            <a:ext cx="507365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38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Content Placeholder 14">
            <a:extLst>
              <a:ext uri="{FF2B5EF4-FFF2-40B4-BE49-F238E27FC236}">
                <a16:creationId xmlns:a16="http://schemas.microsoft.com/office/drawing/2014/main" id="{5D723F4E-0022-57BD-B68A-67BA61881741}"/>
              </a:ext>
            </a:extLst>
          </p:cNvPr>
          <p:cNvSpPr>
            <a:spLocks noGrp="1"/>
          </p:cNvSpPr>
          <p:nvPr>
            <p:ph sz="quarter" idx="16"/>
          </p:nvPr>
        </p:nvSpPr>
        <p:spPr>
          <a:xfrm>
            <a:off x="6500813" y="2020888"/>
            <a:ext cx="5075237"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E54DDA2C-4D95-4DB6-BF4A-4F688D05F62F}" type="datetime2">
              <a:rPr lang="en-US" smtClean="0"/>
              <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3110258813"/>
      </p:ext>
    </p:extLst>
  </p:cSld>
  <p:clrMapOvr>
    <a:masterClrMapping/>
  </p:clrMapOvr>
</p:sldLayout>
</file>

<file path=ppt/slideLayouts/slideLayout_80000038_1F73C20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731520" y="292608"/>
            <a:ext cx="9985248" cy="96012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82AE4565-505C-457E-BFE9-7CA5ED3C51C4}" type="datetime2">
              <a:rPr lang="en-US" smtClean="0"/>
              <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527680009"/>
      </p:ext>
    </p:extLst>
  </p:cSld>
  <p:clrMapOvr>
    <a:masterClrMapping/>
  </p:clrMapOvr>
</p:sldLayout>
</file>

<file path=ppt/slideLayouts/slideLayout_80000039_A06A591D.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E882EFDC-6A75-4D73-91E7-2ECC26E96D93}" type="datetime2">
              <a:rPr lang="en-US" smtClean="0"/>
              <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2691324189"/>
      </p:ext>
    </p:extLst>
  </p:cSld>
  <p:clrMapOvr>
    <a:masterClrMapping/>
  </p:clrMapOvr>
</p:sldLayout>
</file>

<file path=ppt/slideMasters/_rels/slideMaster_80000000_B67A617.xml.rels><?xml version="1.0" encoding="UTF-8" standalone="yes"?>
<Relationships xmlns="http://schemas.openxmlformats.org/package/2006/relationships"><Relationship Id="rId13" Type="http://schemas.openxmlformats.org/officeDocument/2006/relationships/slideLayout" Target="../slideLayouts/slideLayout_80000019_355DBC4.xml"/><Relationship Id="rId18" Type="http://schemas.openxmlformats.org/officeDocument/2006/relationships/slideLayout" Target="../slideLayouts/slideLayout_8000001E_1D086A11.xml"/><Relationship Id="rId26" Type="http://schemas.openxmlformats.org/officeDocument/2006/relationships/slideLayout" Target="../slideLayouts/slideLayout_80000026_4818B298.xml"/><Relationship Id="rId39" Type="http://schemas.openxmlformats.org/officeDocument/2006/relationships/slideLayout" Target="../slideLayouts/slideLayout_80000033_3A879955.xml"/><Relationship Id="rId21" Type="http://schemas.openxmlformats.org/officeDocument/2006/relationships/slideLayout" Target="../slideLayouts/slideLayout_80000021_4317D436.xml"/><Relationship Id="rId34" Type="http://schemas.openxmlformats.org/officeDocument/2006/relationships/slideLayout" Target="../slideLayouts/slideLayout_8000002E_CF9A3FA.xml"/><Relationship Id="rId42" Type="http://schemas.openxmlformats.org/officeDocument/2006/relationships/slideLayout" Target="../slideLayouts/slideLayout_80000036_BBFE15D7.xml"/><Relationship Id="rId47" Type="http://schemas.openxmlformats.org/officeDocument/2006/relationships/slideLayout" Target="../slideLayouts/slideLayout_8000003B_FEF9DCD.xml"/><Relationship Id="rId50" Type="http://schemas.openxmlformats.org/officeDocument/2006/relationships/theme" Target="../theme/theme_80000000_B67A617.xml"/><Relationship Id="rId7" Type="http://schemas.openxmlformats.org/officeDocument/2006/relationships/slideLayout" Target="../slideLayouts/slideLayout_80000007_8F03B8CF.xml"/><Relationship Id="rId2" Type="http://schemas.openxmlformats.org/officeDocument/2006/relationships/slideLayout" Target="../slideLayouts/slideLayout_80000002_65DC8DC4.xml"/><Relationship Id="rId16" Type="http://schemas.openxmlformats.org/officeDocument/2006/relationships/slideLayout" Target="../slideLayouts/slideLayout_8000001C_60E4499C.xml"/><Relationship Id="rId29" Type="http://schemas.openxmlformats.org/officeDocument/2006/relationships/slideLayout" Target="../slideLayouts/slideLayout_80000029_16B2FD9F.xml"/><Relationship Id="rId11" Type="http://schemas.openxmlformats.org/officeDocument/2006/relationships/slideLayout" Target="../slideLayouts/slideLayout_8000000B_60FCAEBD.xml"/><Relationship Id="rId24" Type="http://schemas.openxmlformats.org/officeDocument/2006/relationships/slideLayout" Target="../slideLayouts/slideLayout_80000024_46FADF48.xml"/><Relationship Id="rId32" Type="http://schemas.openxmlformats.org/officeDocument/2006/relationships/slideLayout" Target="../slideLayouts/slideLayout_8000002C_184E4D46.xml"/><Relationship Id="rId37" Type="http://schemas.openxmlformats.org/officeDocument/2006/relationships/slideLayout" Target="../slideLayouts/slideLayout_80000031_FAE1DD60.xml"/><Relationship Id="rId40" Type="http://schemas.openxmlformats.org/officeDocument/2006/relationships/slideLayout" Target="../slideLayouts/slideLayout_80000034_A8359057.xml"/><Relationship Id="rId45" Type="http://schemas.openxmlformats.org/officeDocument/2006/relationships/slideLayout" Target="../slideLayouts/slideLayout_80000039_A06A591D.xml"/><Relationship Id="rId5" Type="http://schemas.openxmlformats.org/officeDocument/2006/relationships/slideLayout" Target="../slideLayouts/slideLayout_80000005_7ED69232.xml"/><Relationship Id="rId15" Type="http://schemas.openxmlformats.org/officeDocument/2006/relationships/slideLayout" Target="../slideLayouts/slideLayout_8000001B_ED6AA96A.xml"/><Relationship Id="rId23" Type="http://schemas.openxmlformats.org/officeDocument/2006/relationships/slideLayout" Target="../slideLayouts/slideLayout_80000023_95892F57.xml"/><Relationship Id="rId28" Type="http://schemas.openxmlformats.org/officeDocument/2006/relationships/slideLayout" Target="../slideLayouts/slideLayout_80000028_8AB0044F.xml"/><Relationship Id="rId36" Type="http://schemas.openxmlformats.org/officeDocument/2006/relationships/slideLayout" Target="../slideLayouts/slideLayout_80000030_7B454A58.xml"/><Relationship Id="rId49" Type="http://schemas.openxmlformats.org/officeDocument/2006/relationships/slideLayout" Target="../slideLayouts/slideLayout_8000003D_ECD3DF9E.xml"/><Relationship Id="rId10" Type="http://schemas.openxmlformats.org/officeDocument/2006/relationships/slideLayout" Target="../slideLayouts/slideLayout_8000000A_6DB02388.xml"/><Relationship Id="rId19" Type="http://schemas.openxmlformats.org/officeDocument/2006/relationships/slideLayout" Target="../slideLayouts/slideLayout_8000001F_E23B2E15.xml"/><Relationship Id="rId31" Type="http://schemas.openxmlformats.org/officeDocument/2006/relationships/slideLayout" Target="../slideLayouts/slideLayout_8000002B_532C2EE.xml"/><Relationship Id="rId44" Type="http://schemas.openxmlformats.org/officeDocument/2006/relationships/slideLayout" Target="../slideLayouts/slideLayout_80000038_1F73C209.xml"/><Relationship Id="rId4" Type="http://schemas.openxmlformats.org/officeDocument/2006/relationships/slideLayout" Target="../slideLayouts/slideLayout_80000004_61D54094.xml"/><Relationship Id="rId9" Type="http://schemas.openxmlformats.org/officeDocument/2006/relationships/slideLayout" Target="../slideLayouts/slideLayout_80000009_D70E97EB.xml"/><Relationship Id="rId14" Type="http://schemas.openxmlformats.org/officeDocument/2006/relationships/slideLayout" Target="../slideLayouts/slideLayout_8000001A_BC9D826.xml"/><Relationship Id="rId22" Type="http://schemas.openxmlformats.org/officeDocument/2006/relationships/slideLayout" Target="../slideLayouts/slideLayout_80000022_D51714DB.xml"/><Relationship Id="rId27" Type="http://schemas.openxmlformats.org/officeDocument/2006/relationships/slideLayout" Target="../slideLayouts/slideLayout_80000027_E4B45E39.xml"/><Relationship Id="rId30" Type="http://schemas.openxmlformats.org/officeDocument/2006/relationships/slideLayout" Target="../slideLayouts/slideLayout_8000002A_977D9FC6.xml"/><Relationship Id="rId35" Type="http://schemas.openxmlformats.org/officeDocument/2006/relationships/slideLayout" Target="../slideLayouts/slideLayout_8000002F_CEB0BBAF.xml"/><Relationship Id="rId43" Type="http://schemas.openxmlformats.org/officeDocument/2006/relationships/slideLayout" Target="../slideLayouts/slideLayout_80000037_B962C87D.xml"/><Relationship Id="rId48" Type="http://schemas.openxmlformats.org/officeDocument/2006/relationships/slideLayout" Target="../slideLayouts/slideLayout_8000003C_A961356.xml"/><Relationship Id="rId8" Type="http://schemas.openxmlformats.org/officeDocument/2006/relationships/slideLayout" Target="../slideLayouts/slideLayout_80000008_95AFA65B.xml"/><Relationship Id="rId3" Type="http://schemas.openxmlformats.org/officeDocument/2006/relationships/slideLayout" Target="../slideLayouts/slideLayout_80000003_C0C1F50B.xml"/><Relationship Id="rId12" Type="http://schemas.openxmlformats.org/officeDocument/2006/relationships/slideLayout" Target="../slideLayouts/slideLayout_80000018_1C48F775.xml"/><Relationship Id="rId17" Type="http://schemas.openxmlformats.org/officeDocument/2006/relationships/slideLayout" Target="../slideLayouts/slideLayout_8000001D_F8D86346.xml"/><Relationship Id="rId25" Type="http://schemas.openxmlformats.org/officeDocument/2006/relationships/slideLayout" Target="../slideLayouts/slideLayout_80000025_165B2601.xml"/><Relationship Id="rId33" Type="http://schemas.openxmlformats.org/officeDocument/2006/relationships/slideLayout" Target="../slideLayouts/slideLayout_8000002D_2CDDA0D3.xml"/><Relationship Id="rId38" Type="http://schemas.openxmlformats.org/officeDocument/2006/relationships/slideLayout" Target="../slideLayouts/slideLayout_80000032_65DDF8ED.xml"/><Relationship Id="rId46" Type="http://schemas.openxmlformats.org/officeDocument/2006/relationships/slideLayout" Target="../slideLayouts/slideLayout_8000003A_3CF89D62.xml"/><Relationship Id="rId20" Type="http://schemas.openxmlformats.org/officeDocument/2006/relationships/slideLayout" Target="../slideLayouts/slideLayout_80000020_879F5175.xml"/><Relationship Id="rId41" Type="http://schemas.openxmlformats.org/officeDocument/2006/relationships/slideLayout" Target="../slideLayouts/slideLayout_80000035_262C5FAD.xml"/><Relationship Id="rId1" Type="http://schemas.openxmlformats.org/officeDocument/2006/relationships/slideLayout" Target="../slideLayouts/slideLayout_80000001_DBAE01FA.xml"/><Relationship Id="rId6" Type="http://schemas.openxmlformats.org/officeDocument/2006/relationships/slideLayout" Target="../slideLayouts/slideLayout_80000006_AD1763BD.xml"/></Relationships>
</file>

<file path=ppt/slideMasters/slideMaster_80000000_B67A61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2E3211F5-0F92-9768-CA9E-42BD20D242AD}"/>
              </a:ext>
              <a:ext uri="{C183D7F6-B498-43B3-948B-1728B52AA6E4}">
                <adec:decorative xmlns:adec="http://schemas.microsoft.com/office/drawing/2017/decorative" val="1"/>
              </a:ext>
            </a:extLst>
          </p:cNvPr>
          <p:cNvSpPr/>
          <p:nvPr/>
        </p:nvSpPr>
        <p:spPr>
          <a:xfrm rot="10800000" flipH="1">
            <a:off x="0" y="6410026"/>
            <a:ext cx="12192000" cy="448056"/>
          </a:xfrm>
          <a:prstGeom prst="rect">
            <a:avLst/>
          </a:prstGeom>
          <a:gradFill>
            <a:gsLst>
              <a:gs pos="62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6965722-DE3B-A05F-AE94-E31AF26EBF9D}"/>
              </a:ext>
              <a:ext uri="{C183D7F6-B498-43B3-948B-1728B52AA6E4}">
                <adec:decorative xmlns:adec="http://schemas.microsoft.com/office/drawing/2017/decorative" val="1"/>
              </a:ext>
            </a:extLst>
          </p:cNvPr>
          <p:cNvSpPr/>
          <p:nvPr/>
        </p:nvSpPr>
        <p:spPr>
          <a:xfrm flipH="1">
            <a:off x="4076700" y="6409937"/>
            <a:ext cx="8115298" cy="448063"/>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033272" y="347472"/>
            <a:ext cx="9985248" cy="132588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033272" y="1837944"/>
            <a:ext cx="9985248" cy="435254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5400000">
            <a:off x="-1581912" y="1682496"/>
            <a:ext cx="3557016" cy="365760"/>
          </a:xfrm>
          <a:prstGeom prst="rect">
            <a:avLst/>
          </a:prstGeom>
        </p:spPr>
        <p:txBody>
          <a:bodyPr vert="horz" lIns="91440" tIns="45720" rIns="91440" bIns="45720" rtlCol="0" anchor="ctr"/>
          <a:lstStyle>
            <a:lvl1pPr algn="l">
              <a:defRPr sz="800" b="1">
                <a:solidFill>
                  <a:schemeClr val="tx1"/>
                </a:solidFill>
                <a:latin typeface="+mj-lt"/>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922008" y="6455664"/>
            <a:ext cx="4672584" cy="365760"/>
          </a:xfrm>
          <a:prstGeom prst="rect">
            <a:avLst/>
          </a:prstGeom>
        </p:spPr>
        <p:txBody>
          <a:bodyPr vert="horz" lIns="91440" tIns="45720" rIns="91440" bIns="45720" rtlCol="0" anchor="ctr"/>
          <a:lstStyle>
            <a:lvl1pPr algn="r">
              <a:defRPr sz="800" cap="all" spc="300" baseline="0">
                <a:solidFill>
                  <a:schemeClr val="bg1"/>
                </a:solidFill>
              </a:defRPr>
            </a:lvl1pPr>
          </a:lstStyle>
          <a:p>
            <a:fld id="{39174FB3-ACF6-4A9B-9D1F-91EEB8A6966E}" type="datetime2">
              <a:rPr lang="en-US" smtClean="0"/>
              <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76304" y="6455664"/>
            <a:ext cx="548640" cy="365760"/>
          </a:xfrm>
          <a:prstGeom prst="rect">
            <a:avLst/>
          </a:prstGeom>
        </p:spPr>
        <p:txBody>
          <a:bodyPr vert="horz" lIns="91440" tIns="45720" rIns="91440" bIns="45720" rtlCol="0" anchor="ctr"/>
          <a:lstStyle>
            <a:lvl1pPr algn="r">
              <a:defRPr sz="800" spc="200" baseline="0">
                <a:solidFill>
                  <a:schemeClr val="bg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1913421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Lst>
  <p:hf sldNum="0"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_A0A_E33E0A69.xml.rels><?xml version="1.0" encoding="UTF-8" standalone="yes"?>
<Relationships xmlns="http://schemas.openxmlformats.org/package/2006/relationships"><Relationship Id="rId2" Type="http://schemas.openxmlformats.org/officeDocument/2006/relationships/notesSlide" Target="../notesSlides/notesSlide_A0A_E33E0A69.xml"/><Relationship Id="rId1" Type="http://schemas.openxmlformats.org/officeDocument/2006/relationships/slideLayout" Target="../slideLayouts/slideLayout_8000000A_6DB02388.xml"/></Relationships>
</file>

<file path=ppt/slides/_rels/slide_A0B_5B1425AE.xml.rels><?xml version="1.0" encoding="UTF-8" standalone="yes"?>
<Relationships xmlns="http://schemas.openxmlformats.org/package/2006/relationships"><Relationship Id="rId3" Type="http://schemas.openxmlformats.org/officeDocument/2006/relationships/image" Target="../media/image_F1B7EAD3.jpeg"/><Relationship Id="rId2" Type="http://schemas.openxmlformats.org/officeDocument/2006/relationships/notesSlide" Target="../notesSlides/notesSlide_A0B_5B1425AE.xml"/><Relationship Id="rId1" Type="http://schemas.openxmlformats.org/officeDocument/2006/relationships/slideLayout" Target="../slideLayouts/slideLayout_80000021_4317D436.xml"/></Relationships>
</file>

<file path=ppt/slides/_rels/slide_A0C_F024B48F.xml.rels><?xml version="1.0" encoding="UTF-8" standalone="yes"?>
<Relationships xmlns="http://schemas.openxmlformats.org/package/2006/relationships"><Relationship Id="rId2" Type="http://schemas.openxmlformats.org/officeDocument/2006/relationships/notesSlide" Target="../notesSlides/notesSlide_A0C_F024B48F.xml"/><Relationship Id="rId1" Type="http://schemas.openxmlformats.org/officeDocument/2006/relationships/slideLayout" Target="../slideLayouts/slideLayout_8000000A_6DB02388.xml"/></Relationships>
</file>

<file path=ppt/slides/_rels/slide_A0D_36C9C93B.xml.rels><?xml version="1.0" encoding="UTF-8" standalone="yes"?>
<Relationships xmlns="http://schemas.openxmlformats.org/package/2006/relationships"><Relationship Id="rId3" Type="http://schemas.openxmlformats.org/officeDocument/2006/relationships/image" Target="../media/image_D1FB6657.jpeg"/><Relationship Id="rId2" Type="http://schemas.openxmlformats.org/officeDocument/2006/relationships/notesSlide" Target="../notesSlides/notesSlide_A0D_36C9C93B.xml"/><Relationship Id="rId1" Type="http://schemas.openxmlformats.org/officeDocument/2006/relationships/slideLayout" Target="../slideLayouts/slideLayout_80000020_879F5175.xml"/></Relationships>
</file>

<file path=ppt/slides/_rels/slide_A0E_5C049935.xml.rels><?xml version="1.0" encoding="UTF-8" standalone="yes"?>
<Relationships xmlns="http://schemas.openxmlformats.org/package/2006/relationships"><Relationship Id="rId2" Type="http://schemas.openxmlformats.org/officeDocument/2006/relationships/notesSlide" Target="../notesSlides/notesSlide_A0E_5C049935.xml"/><Relationship Id="rId1" Type="http://schemas.openxmlformats.org/officeDocument/2006/relationships/slideLayout" Target="../slideLayouts/slideLayout_8000000A_6DB02388.xml"/></Relationships>
</file>

<file path=ppt/slides/_rels/slide_A0F_96EB23F7.xml.rels><?xml version="1.0" encoding="UTF-8" standalone="yes"?>
<Relationships xmlns="http://schemas.openxmlformats.org/package/2006/relationships"><Relationship Id="rId3" Type="http://schemas.openxmlformats.org/officeDocument/2006/relationships/image" Target="../media/image_68D15840.jpeg"/><Relationship Id="rId2" Type="http://schemas.openxmlformats.org/officeDocument/2006/relationships/notesSlide" Target="../notesSlides/notesSlide_A0F_96EB23F7.xml"/><Relationship Id="rId1" Type="http://schemas.openxmlformats.org/officeDocument/2006/relationships/slideLayout" Target="../slideLayouts/slideLayout_80000020_879F5175.xml"/></Relationships>
</file>

<file path=ppt/slides/_rels/slide_A01_7EC0820D.xml.rels><?xml version="1.0" encoding="UTF-8" standalone="yes"?>
<Relationships xmlns="http://schemas.openxmlformats.org/package/2006/relationships"><Relationship Id="rId3" Type="http://schemas.openxmlformats.org/officeDocument/2006/relationships/image" Target="../media/image_4047BFEB.jpeg"/><Relationship Id="rId2" Type="http://schemas.openxmlformats.org/officeDocument/2006/relationships/notesSlide" Target="../notesSlides/notesSlide_A01_7EC0820D.xml"/><Relationship Id="rId1" Type="http://schemas.openxmlformats.org/officeDocument/2006/relationships/slideLayout" Target="../slideLayouts/slideLayout_80000005_7ED69232.xml"/></Relationships>
</file>

<file path=ppt/slides/_rels/slide_A02_4982613F.xml.rels><?xml version="1.0" encoding="UTF-8" standalone="yes"?>
<Relationships xmlns="http://schemas.openxmlformats.org/package/2006/relationships"><Relationship Id="rId2" Type="http://schemas.openxmlformats.org/officeDocument/2006/relationships/notesSlide" Target="../notesSlides/notesSlide_A02_4982613F.xml"/><Relationship Id="rId1" Type="http://schemas.openxmlformats.org/officeDocument/2006/relationships/slideLayout" Target="../slideLayouts/slideLayout_8000000A_6DB02388.xml"/></Relationships>
</file>

<file path=ppt/slides/_rels/slide_A03_5C4A78D5.xml.rels><?xml version="1.0" encoding="UTF-8" standalone="yes"?>
<Relationships xmlns="http://schemas.openxmlformats.org/package/2006/relationships"><Relationship Id="rId3" Type="http://schemas.openxmlformats.org/officeDocument/2006/relationships/image" Target="../media/image_57CAB63E.jpeg"/><Relationship Id="rId2" Type="http://schemas.openxmlformats.org/officeDocument/2006/relationships/notesSlide" Target="../notesSlides/notesSlide_A03_5C4A78D5.xml"/><Relationship Id="rId1" Type="http://schemas.openxmlformats.org/officeDocument/2006/relationships/slideLayout" Target="../slideLayouts/slideLayout_80000021_4317D436.xml"/></Relationships>
</file>

<file path=ppt/slides/_rels/slide_A04_ECF7435.xml.rels><?xml version="1.0" encoding="UTF-8" standalone="yes"?>
<Relationships xmlns="http://schemas.openxmlformats.org/package/2006/relationships"><Relationship Id="rId2" Type="http://schemas.openxmlformats.org/officeDocument/2006/relationships/notesSlide" Target="../notesSlides/notesSlide_A04_ECF7435.xml"/><Relationship Id="rId1" Type="http://schemas.openxmlformats.org/officeDocument/2006/relationships/slideLayout" Target="../slideLayouts/slideLayout_8000000A_6DB02388.xml"/></Relationships>
</file>

<file path=ppt/slides/_rels/slide_A05_5AB5C410.xml.rels><?xml version="1.0" encoding="UTF-8" standalone="yes"?>
<Relationships xmlns="http://schemas.openxmlformats.org/package/2006/relationships"><Relationship Id="rId3" Type="http://schemas.openxmlformats.org/officeDocument/2006/relationships/image" Target="../media/image_3934907B.jpeg"/><Relationship Id="rId2" Type="http://schemas.openxmlformats.org/officeDocument/2006/relationships/notesSlide" Target="../notesSlides/notesSlide_A05_5AB5C410.xml"/><Relationship Id="rId1" Type="http://schemas.openxmlformats.org/officeDocument/2006/relationships/slideLayout" Target="../slideLayouts/slideLayout_80000021_4317D436.xml"/></Relationships>
</file>

<file path=ppt/slides/_rels/slide_A06_AA72500F.xml.rels><?xml version="1.0" encoding="UTF-8" standalone="yes"?>
<Relationships xmlns="http://schemas.openxmlformats.org/package/2006/relationships"><Relationship Id="rId2" Type="http://schemas.openxmlformats.org/officeDocument/2006/relationships/notesSlide" Target="../notesSlides/notesSlide_A06_AA72500F.xml"/><Relationship Id="rId1" Type="http://schemas.openxmlformats.org/officeDocument/2006/relationships/slideLayout" Target="../slideLayouts/slideLayout_80000009_D70E97EB.xml"/></Relationships>
</file>

<file path=ppt/slides/_rels/slide_A07_5143AF70.xml.rels><?xml version="1.0" encoding="UTF-8" standalone="yes"?>
<Relationships xmlns="http://schemas.openxmlformats.org/package/2006/relationships"><Relationship Id="rId3" Type="http://schemas.openxmlformats.org/officeDocument/2006/relationships/image" Target="../media/image_EBEF7DA3.jpeg"/><Relationship Id="rId2" Type="http://schemas.openxmlformats.org/officeDocument/2006/relationships/notesSlide" Target="../notesSlides/notesSlide_A07_5143AF70.xml"/><Relationship Id="rId1" Type="http://schemas.openxmlformats.org/officeDocument/2006/relationships/slideLayout" Target="../slideLayouts/slideLayout_80000020_879F5175.xml"/></Relationships>
</file>

<file path=ppt/slides/_rels/slide_A08_B9E9FA84.xml.rels><?xml version="1.0" encoding="UTF-8" standalone="yes"?>
<Relationships xmlns="http://schemas.openxmlformats.org/package/2006/relationships"><Relationship Id="rId2" Type="http://schemas.openxmlformats.org/officeDocument/2006/relationships/notesSlide" Target="../notesSlides/notesSlide_A08_B9E9FA84.xml"/><Relationship Id="rId1" Type="http://schemas.openxmlformats.org/officeDocument/2006/relationships/slideLayout" Target="../slideLayouts/slideLayout_8000000A_6DB02388.xml"/></Relationships>
</file>

<file path=ppt/slides/_rels/slide_A09_6F8B530D.xml.rels><?xml version="1.0" encoding="UTF-8" standalone="yes"?>
<Relationships xmlns="http://schemas.openxmlformats.org/package/2006/relationships"><Relationship Id="rId3" Type="http://schemas.openxmlformats.org/officeDocument/2006/relationships/image" Target="../media/image_6D637C21.jpeg"/><Relationship Id="rId2" Type="http://schemas.openxmlformats.org/officeDocument/2006/relationships/notesSlide" Target="../notesSlides/notesSlide_A09_6F8B530D.xml"/><Relationship Id="rId1" Type="http://schemas.openxmlformats.org/officeDocument/2006/relationships/slideLayout" Target="../slideLayouts/slideLayout_80000022_D51714DB.xml"/></Relationships>
</file>

<file path=ppt/slides/_rels/slide_A10_72B11D70.xml.rels><?xml version="1.0" encoding="UTF-8" standalone="yes"?>
<Relationships xmlns="http://schemas.openxmlformats.org/package/2006/relationships"><Relationship Id="rId2" Type="http://schemas.openxmlformats.org/officeDocument/2006/relationships/notesSlide" Target="../notesSlides/notesSlide_A10_72B11D70.xml"/><Relationship Id="rId1" Type="http://schemas.openxmlformats.org/officeDocument/2006/relationships/slideLayout" Target="../slideLayouts/slideLayout_8000000A_6DB02388.xml"/></Relationships>
</file>

<file path=ppt/slides/_rels/slide_A11_74DAC520.xml.rels><?xml version="1.0" encoding="UTF-8" standalone="yes"?>
<Relationships xmlns="http://schemas.openxmlformats.org/package/2006/relationships"><Relationship Id="rId3" Type="http://schemas.openxmlformats.org/officeDocument/2006/relationships/image" Target="../media/image_5293D809.jpeg"/><Relationship Id="rId2" Type="http://schemas.openxmlformats.org/officeDocument/2006/relationships/notesSlide" Target="../notesSlides/notesSlide_A11_74DAC520.xml"/><Relationship Id="rId1" Type="http://schemas.openxmlformats.org/officeDocument/2006/relationships/slideLayout" Target="../slideLayouts/slideLayout_8000002B_532C2EE.xml"/></Relationships>
</file>

<file path=ppt/slides/_rels/slide_A12_7FBDD6F3.xml.rels><?xml version="1.0" encoding="UTF-8" standalone="yes"?>
<Relationships xmlns="http://schemas.openxmlformats.org/package/2006/relationships"><Relationship Id="rId2" Type="http://schemas.openxmlformats.org/officeDocument/2006/relationships/notesSlide" Target="../notesSlides/notesSlide_A12_7FBDD6F3.xml"/><Relationship Id="rId1" Type="http://schemas.openxmlformats.org/officeDocument/2006/relationships/slideLayout" Target="../slideLayouts/slideLayout_8000000A_6DB02388.xml"/></Relationships>
</file>

<file path=ppt/slides/_rels/slide_A13_8B49F6FF.xml.rels><?xml version="1.0" encoding="UTF-8" standalone="yes"?>
<Relationships xmlns="http://schemas.openxmlformats.org/package/2006/relationships"><Relationship Id="rId3" Type="http://schemas.openxmlformats.org/officeDocument/2006/relationships/image" Target="../media/image_443A4892.jpeg"/><Relationship Id="rId2" Type="http://schemas.openxmlformats.org/officeDocument/2006/relationships/notesSlide" Target="../notesSlides/notesSlide_A13_8B49F6FF.xml"/><Relationship Id="rId1" Type="http://schemas.openxmlformats.org/officeDocument/2006/relationships/slideLayout" Target="../slideLayouts/slideLayout_80000020_879F5175.xml"/></Relationships>
</file>

<file path=ppt/slides/_rels/slide_A14_4A97237C.xml.rels><?xml version="1.0" encoding="UTF-8" standalone="yes"?>
<Relationships xmlns="http://schemas.openxmlformats.org/package/2006/relationships"><Relationship Id="rId2" Type="http://schemas.openxmlformats.org/officeDocument/2006/relationships/notesSlide" Target="../notesSlides/notesSlide_A14_4A97237C.xml"/><Relationship Id="rId1" Type="http://schemas.openxmlformats.org/officeDocument/2006/relationships/slideLayout" Target="../slideLayouts/slideLayout_8000000A_6DB02388.xml"/></Relationships>
</file>

<file path=ppt/slides/_rels/slide_A15_4E99E91E.xml.rels><?xml version="1.0" encoding="UTF-8" standalone="yes"?>
<Relationships xmlns="http://schemas.openxmlformats.org/package/2006/relationships"><Relationship Id="rId3" Type="http://schemas.openxmlformats.org/officeDocument/2006/relationships/image" Target="../media/image_F5A99780.jpeg"/><Relationship Id="rId2" Type="http://schemas.openxmlformats.org/officeDocument/2006/relationships/notesSlide" Target="../notesSlides/notesSlide_A15_4E99E91E.xml"/><Relationship Id="rId1" Type="http://schemas.openxmlformats.org/officeDocument/2006/relationships/slideLayout" Target="../slideLayouts/slideLayout_80000021_4317D436.xml"/></Relationships>
</file>

<file path=ppt/slides/slide_A0A_E33E0A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586D9-571F-E778-42C2-02A53DA5BC6C}"/>
              </a:ext>
            </a:extLst>
          </p:cNvPr>
          <p:cNvSpPr>
            <a:spLocks noGrp="1"/>
          </p:cNvSpPr>
          <p:nvPr>
            <p:ph type="title"/>
          </p:nvPr>
        </p:nvSpPr>
        <p:spPr>
          <a:xfrm>
            <a:off x="731520" y="2596896"/>
            <a:ext cx="8933688" cy="3566160"/>
          </a:xfrm>
        </p:spPr>
        <p:txBody>
          <a:bodyPr anchor="b">
            <a:normAutofit/>
          </a:bodyPr>
          <a:lstStyle/>
          <a:p>
            <a:r>
              <a:rPr lang="en-US"/>
              <a:t>Standardization in Hiring</a:t>
            </a:r>
          </a:p>
        </p:txBody>
      </p:sp>
    </p:spTree>
    <p:extLst>
      <p:ext uri="{BB962C8B-B14F-4D97-AF65-F5344CB8AC3E}">
        <p14:creationId xmlns:p14="http://schemas.microsoft.com/office/powerpoint/2010/main" val="38124939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B_5B1425AE.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22CE7-F7C4-903E-72B8-05E4A91E1C92}"/>
              </a:ext>
            </a:extLst>
          </p:cNvPr>
          <p:cNvSpPr>
            <a:spLocks noGrp="1"/>
          </p:cNvSpPr>
          <p:nvPr>
            <p:ph type="title"/>
          </p:nvPr>
        </p:nvSpPr>
        <p:spPr>
          <a:xfrm>
            <a:off x="731520" y="312572"/>
            <a:ext cx="6858000" cy="923544"/>
          </a:xfrm>
        </p:spPr>
        <p:txBody>
          <a:bodyPr anchor="b">
            <a:normAutofit/>
          </a:bodyPr>
          <a:lstStyle/>
          <a:p>
            <a:r>
              <a:rPr lang="en-US"/>
              <a:t>Strategy 2: Standardized Hiring Processes</a:t>
            </a:r>
          </a:p>
        </p:txBody>
      </p:sp>
      <p:sp>
        <p:nvSpPr>
          <p:cNvPr id="4" name="Content Placeholder 3">
            <a:extLst>
              <a:ext uri="{FF2B5EF4-FFF2-40B4-BE49-F238E27FC236}">
                <a16:creationId xmlns:a16="http://schemas.microsoft.com/office/drawing/2014/main" id="{3D899B0C-32B6-426F-AB0B-DEFF2BE9387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a:normAutofit/>
          </a:bodyPr>
          <a:lstStyle/>
          <a:p>
            <a:pPr marL="0" indent="0">
              <a:spcBef>
                <a:spcPts val="2500"/>
              </a:spcBef>
              <a:buFont typeface="Arial" panose="020B0604020202020204" pitchFamily="34" charset="0"/>
              <a:buNone/>
            </a:pPr>
            <a:r>
              <a:rPr lang="en-US" b="1"/>
              <a:t>Consistency and Efficiency</a:t>
            </a:r>
          </a:p>
          <a:p>
            <a:pPr marL="0" lvl="1" indent="0">
              <a:buFont typeface="Arial" panose="020B0604020202020204" pitchFamily="34" charset="0"/>
              <a:buNone/>
            </a:pPr>
            <a:r>
              <a:rPr lang="en-US"/>
              <a:t>Standardized hiring ensures consistent candidate assessment and improves recruitment efficiency across the organization.</a:t>
            </a:r>
          </a:p>
          <a:p>
            <a:pPr marL="0" indent="0">
              <a:spcBef>
                <a:spcPts val="2500"/>
              </a:spcBef>
              <a:buFont typeface="Arial" panose="020B0604020202020204" pitchFamily="34" charset="0"/>
              <a:buNone/>
            </a:pPr>
            <a:r>
              <a:rPr lang="en-US" b="1"/>
              <a:t>Bias Reduction</a:t>
            </a:r>
          </a:p>
          <a:p>
            <a:pPr marL="0" lvl="1" indent="0">
              <a:buFont typeface="Arial" panose="020B0604020202020204" pitchFamily="34" charset="0"/>
              <a:buNone/>
            </a:pPr>
            <a:r>
              <a:rPr lang="en-US"/>
              <a:t>Using the same criteria reduces bias and enhances objective decision-making in the recruitment process.</a:t>
            </a:r>
          </a:p>
          <a:p>
            <a:pPr marL="0" indent="0">
              <a:spcBef>
                <a:spcPts val="2500"/>
              </a:spcBef>
              <a:buFont typeface="Arial" panose="020B0604020202020204" pitchFamily="34" charset="0"/>
              <a:buNone/>
            </a:pPr>
            <a:r>
              <a:rPr lang="en-US" b="1"/>
              <a:t>Scalable Recruitment</a:t>
            </a:r>
          </a:p>
          <a:p>
            <a:pPr marL="0" lvl="1" indent="0">
              <a:buFont typeface="Arial" panose="020B0604020202020204" pitchFamily="34" charset="0"/>
              <a:buNone/>
            </a:pPr>
            <a:r>
              <a:rPr lang="en-US"/>
              <a:t>Standardized processes provide a framework that supports scaling hiring efforts without compromising quality.</a:t>
            </a:r>
          </a:p>
          <a:p>
            <a:pPr marL="0" indent="0">
              <a:spcBef>
                <a:spcPts val="2500"/>
              </a:spcBef>
              <a:buFont typeface="Arial" panose="020B0604020202020204" pitchFamily="34" charset="0"/>
              <a:buNone/>
            </a:pPr>
            <a:r>
              <a:rPr lang="en-US" b="1"/>
              <a:t>Streamlined Onboarding</a:t>
            </a:r>
          </a:p>
          <a:p>
            <a:pPr marL="0" lvl="1" indent="0">
              <a:buFont typeface="Arial" panose="020B0604020202020204" pitchFamily="34" charset="0"/>
              <a:buNone/>
            </a:pPr>
            <a:r>
              <a:rPr lang="en-US"/>
              <a:t>Clear, repeatable workflows make onboarding new recruiters easier and maintain a consistent candidate experience.</a:t>
            </a:r>
          </a:p>
        </p:txBody>
      </p:sp>
      <p:pic>
        <p:nvPicPr>
          <p:cNvPr id="5" name="Content Placeholder 4" descr="Unrecognizable businesswoman holding document.">
            <a:extLst>
              <a:ext uri="{FF2B5EF4-FFF2-40B4-BE49-F238E27FC236}">
                <a16:creationId xmlns:a16="http://schemas.microsoft.com/office/drawing/2014/main" id="{EC773265-C98C-453D-96EC-274FEF3B3E3F}"/>
              </a:ext>
            </a:extLst>
          </p:cNvPr>
          <p:cNvPicPr>
            <a:picLocks noGrp="1" noChangeAspect="1"/>
          </p:cNvPicPr>
          <p:nvPr>
            <p:ph type="pic" sz="quarter" idx="15"/>
          </p:nvPr>
        </p:nvPicPr>
        <p:blipFill>
          <a:blip r:embed="rId3"/>
          <a:srcRect l="17150" r="42677"/>
          <a:stretch>
            <a:fillRect/>
          </a:stretch>
        </p:blipFill>
        <p:spPr>
          <a:xfrm>
            <a:off x="8491126" y="603504"/>
            <a:ext cx="3085177" cy="5202936"/>
          </a:xfrm>
        </p:spPr>
      </p:pic>
    </p:spTree>
    <p:extLst>
      <p:ext uri="{BB962C8B-B14F-4D97-AF65-F5344CB8AC3E}">
        <p14:creationId xmlns:p14="http://schemas.microsoft.com/office/powerpoint/2010/main" val="15280470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C_F024B48F.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3616C-4D9F-660F-2328-0A6626C20720}"/>
              </a:ext>
            </a:extLst>
          </p:cNvPr>
          <p:cNvSpPr>
            <a:spLocks noGrp="1"/>
          </p:cNvSpPr>
          <p:nvPr>
            <p:ph type="title"/>
          </p:nvPr>
        </p:nvSpPr>
        <p:spPr>
          <a:xfrm>
            <a:off x="731520" y="2596896"/>
            <a:ext cx="8933688" cy="3566160"/>
          </a:xfrm>
        </p:spPr>
        <p:txBody>
          <a:bodyPr anchor="b">
            <a:normAutofit/>
          </a:bodyPr>
          <a:lstStyle/>
          <a:p>
            <a:r>
              <a:rPr lang="en-US"/>
              <a:t>Technology in Hiring</a:t>
            </a:r>
          </a:p>
        </p:txBody>
      </p:sp>
    </p:spTree>
    <p:extLst>
      <p:ext uri="{BB962C8B-B14F-4D97-AF65-F5344CB8AC3E}">
        <p14:creationId xmlns:p14="http://schemas.microsoft.com/office/powerpoint/2010/main" val="40289373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D_36C9C93B.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59C19-2946-053E-A3DC-292A50E02CFE}"/>
              </a:ext>
            </a:extLst>
          </p:cNvPr>
          <p:cNvSpPr>
            <a:spLocks noGrp="1"/>
          </p:cNvSpPr>
          <p:nvPr>
            <p:ph type="title"/>
          </p:nvPr>
        </p:nvSpPr>
        <p:spPr>
          <a:xfrm>
            <a:off x="4718304" y="310896"/>
            <a:ext cx="6858000" cy="923544"/>
          </a:xfrm>
        </p:spPr>
        <p:txBody>
          <a:bodyPr anchor="b">
            <a:normAutofit/>
          </a:bodyPr>
          <a:lstStyle/>
          <a:p>
            <a:r>
              <a:rPr lang="en-US"/>
              <a:t>Strategy 3: Technology Adoption</a:t>
            </a:r>
          </a:p>
        </p:txBody>
      </p:sp>
      <p:pic>
        <p:nvPicPr>
          <p:cNvPr id="5" name="Content Placeholder 4" descr="3d illustration">
            <a:extLst>
              <a:ext uri="{FF2B5EF4-FFF2-40B4-BE49-F238E27FC236}">
                <a16:creationId xmlns:a16="http://schemas.microsoft.com/office/drawing/2014/main" id="{DD816013-DEA4-45D3-A951-B4BBD7871829}"/>
              </a:ext>
            </a:extLst>
          </p:cNvPr>
          <p:cNvPicPr>
            <a:picLocks noGrp="1" noChangeAspect="1"/>
          </p:cNvPicPr>
          <p:nvPr>
            <p:ph type="pic" sz="quarter" idx="15"/>
          </p:nvPr>
        </p:nvPicPr>
        <p:blipFill>
          <a:blip r:embed="rId3"/>
          <a:srcRect l="12213" r="26425" b="-3"/>
          <a:stretch>
            <a:fillRect/>
          </a:stretch>
        </p:blipFill>
        <p:spPr>
          <a:xfrm>
            <a:off x="603503" y="603504"/>
            <a:ext cx="3192563" cy="5202936"/>
          </a:xfrm>
        </p:spPr>
      </p:pic>
      <p:sp>
        <p:nvSpPr>
          <p:cNvPr id="4" name="Content Placeholder 3">
            <a:extLst>
              <a:ext uri="{FF2B5EF4-FFF2-40B4-BE49-F238E27FC236}">
                <a16:creationId xmlns:a16="http://schemas.microsoft.com/office/drawing/2014/main" id="{AF05FD1A-BBE1-D646-5275-0C0C1E25011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718304" y="1380744"/>
            <a:ext cx="6858000" cy="4608576"/>
          </a:xfrm>
        </p:spPr>
        <p:txBody>
          <a:bodyPr>
            <a:normAutofit/>
          </a:bodyPr>
          <a:lstStyle/>
          <a:p>
            <a:pPr marL="0" indent="0">
              <a:spcBef>
                <a:spcPts val="2500"/>
              </a:spcBef>
              <a:buFont typeface="Arial" panose="020B0604020202020204" pitchFamily="34" charset="0"/>
              <a:buNone/>
            </a:pPr>
            <a:r>
              <a:rPr lang="en-US" b="1"/>
              <a:t>Applicant Tracking Systems</a:t>
            </a:r>
          </a:p>
          <a:p>
            <a:pPr marL="0" lvl="1" indent="0">
              <a:buFont typeface="Arial" panose="020B0604020202020204" pitchFamily="34" charset="0"/>
              <a:buNone/>
            </a:pPr>
            <a:r>
              <a:rPr lang="en-US"/>
              <a:t>ATS centralizes job postings, candidate tracking, and communication to streamline recruitment efficiently.</a:t>
            </a:r>
          </a:p>
          <a:p>
            <a:pPr marL="0" indent="0">
              <a:spcBef>
                <a:spcPts val="2500"/>
              </a:spcBef>
              <a:buFont typeface="Arial" panose="020B0604020202020204" pitchFamily="34" charset="0"/>
              <a:buNone/>
            </a:pPr>
            <a:r>
              <a:rPr lang="en-US" b="1"/>
              <a:t>Automation in Recruitment</a:t>
            </a:r>
          </a:p>
          <a:p>
            <a:pPr marL="0" lvl="1" indent="0">
              <a:buFont typeface="Arial" panose="020B0604020202020204" pitchFamily="34" charset="0"/>
              <a:buNone/>
            </a:pPr>
            <a:r>
              <a:rPr lang="en-US"/>
              <a:t>Automation tools handle resume screening, interview scheduling, and communication, reducing manual effort significantly.</a:t>
            </a:r>
          </a:p>
          <a:p>
            <a:pPr marL="0" indent="0">
              <a:spcBef>
                <a:spcPts val="2500"/>
              </a:spcBef>
              <a:buFont typeface="Arial" panose="020B0604020202020204" pitchFamily="34" charset="0"/>
              <a:buNone/>
            </a:pPr>
            <a:r>
              <a:rPr lang="en-US" b="1"/>
              <a:t>Analytics and Insights</a:t>
            </a:r>
          </a:p>
          <a:p>
            <a:pPr marL="0" lvl="1" indent="0">
              <a:buFont typeface="Arial" panose="020B0604020202020204" pitchFamily="34" charset="0"/>
              <a:buNone/>
            </a:pPr>
            <a:r>
              <a:rPr lang="en-US"/>
              <a:t>Real-time analytics dashboards provide data on recruitment metrics to optimize hiring processes and identify bottlenecks.</a:t>
            </a:r>
          </a:p>
          <a:p>
            <a:pPr marL="0" indent="0">
              <a:spcBef>
                <a:spcPts val="2500"/>
              </a:spcBef>
              <a:buFont typeface="Arial" panose="020B0604020202020204" pitchFamily="34" charset="0"/>
              <a:buNone/>
            </a:pPr>
            <a:r>
              <a:rPr lang="en-US" b="1"/>
              <a:t>Team Collaboration</a:t>
            </a:r>
          </a:p>
          <a:p>
            <a:pPr marL="0" lvl="1" indent="0">
              <a:buFont typeface="Arial" panose="020B0604020202020204" pitchFamily="34" charset="0"/>
              <a:buNone/>
            </a:pPr>
            <a:r>
              <a:rPr lang="en-US"/>
              <a:t>Technology enables better collaboration among hiring teams, ensuring aligned and informed stakeholders.</a:t>
            </a:r>
          </a:p>
        </p:txBody>
      </p:sp>
    </p:spTree>
    <p:extLst>
      <p:ext uri="{BB962C8B-B14F-4D97-AF65-F5344CB8AC3E}">
        <p14:creationId xmlns:p14="http://schemas.microsoft.com/office/powerpoint/2010/main" val="9191939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E_5C0499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EB42F-4585-A0AF-E654-48B1221EB1C9}"/>
              </a:ext>
            </a:extLst>
          </p:cNvPr>
          <p:cNvSpPr>
            <a:spLocks noGrp="1"/>
          </p:cNvSpPr>
          <p:nvPr>
            <p:ph type="title"/>
          </p:nvPr>
        </p:nvSpPr>
        <p:spPr>
          <a:xfrm>
            <a:off x="731520" y="2596896"/>
            <a:ext cx="8933688" cy="3566160"/>
          </a:xfrm>
        </p:spPr>
        <p:txBody>
          <a:bodyPr anchor="b">
            <a:normAutofit/>
          </a:bodyPr>
          <a:lstStyle/>
          <a:p>
            <a:r>
              <a:rPr lang="en-US"/>
              <a:t>Employer Branding</a:t>
            </a:r>
          </a:p>
        </p:txBody>
      </p:sp>
    </p:spTree>
    <p:extLst>
      <p:ext uri="{BB962C8B-B14F-4D97-AF65-F5344CB8AC3E}">
        <p14:creationId xmlns:p14="http://schemas.microsoft.com/office/powerpoint/2010/main" val="15438052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F_96EB23F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87F82-88FA-FF69-AC4F-1BA5A425474F}"/>
              </a:ext>
            </a:extLst>
          </p:cNvPr>
          <p:cNvSpPr>
            <a:spLocks noGrp="1"/>
          </p:cNvSpPr>
          <p:nvPr>
            <p:ph type="title"/>
          </p:nvPr>
        </p:nvSpPr>
        <p:spPr>
          <a:xfrm>
            <a:off x="4718304" y="310896"/>
            <a:ext cx="6858000" cy="923544"/>
          </a:xfrm>
        </p:spPr>
        <p:txBody>
          <a:bodyPr anchor="b">
            <a:normAutofit/>
          </a:bodyPr>
          <a:lstStyle/>
          <a:p>
            <a:r>
              <a:rPr lang="en-US"/>
              <a:t>Strategy 4: Building Employer Brand</a:t>
            </a:r>
          </a:p>
        </p:txBody>
      </p:sp>
      <p:pic>
        <p:nvPicPr>
          <p:cNvPr id="5" name="Content Placeholder 4" descr="[size=12]Connectivity&#10;[/size]&#10;&#10;[url=/file_closeup.php?id=26083353][img]/file_thumbview_approve.php?size=2&amp;id=26083353[/img][/url]&#10;&#10;[url=http://www.istockphoto.com/search/lightbox/12668632#b15145e][img] http://goo.gl/8dZgK[/img][/url]&#10;&#10;[url=http://www.istockphoto.com/search/lightbox/12807596#1e398fe7][img]http://goo.gl/CiEFc[/img][/url]&#10;&#10;[url=http://www.istockphoto.com/search/lightbox/10732031#1fe17be1][img] http://goo.gl/XkTJi[/img][/url]&#10;&#10;[img]http://goo.gl/Ioj7f[/img]">
            <a:extLst>
              <a:ext uri="{FF2B5EF4-FFF2-40B4-BE49-F238E27FC236}">
                <a16:creationId xmlns:a16="http://schemas.microsoft.com/office/drawing/2014/main" id="{1844ADD2-6E3E-45A6-A516-5BAF51F15605}"/>
              </a:ext>
            </a:extLst>
          </p:cNvPr>
          <p:cNvPicPr>
            <a:picLocks noGrp="1" noChangeAspect="1"/>
          </p:cNvPicPr>
          <p:nvPr>
            <p:ph type="pic" sz="quarter" idx="15"/>
          </p:nvPr>
        </p:nvPicPr>
        <p:blipFill>
          <a:blip r:embed="rId3"/>
          <a:srcRect r="42782" b="1"/>
          <a:stretch>
            <a:fillRect/>
          </a:stretch>
        </p:blipFill>
        <p:spPr>
          <a:xfrm>
            <a:off x="603503" y="603504"/>
            <a:ext cx="3192563" cy="5202936"/>
          </a:xfrm>
        </p:spPr>
      </p:pic>
      <p:sp>
        <p:nvSpPr>
          <p:cNvPr id="4" name="Content Placeholder 3">
            <a:extLst>
              <a:ext uri="{FF2B5EF4-FFF2-40B4-BE49-F238E27FC236}">
                <a16:creationId xmlns:a16="http://schemas.microsoft.com/office/drawing/2014/main" id="{3EEB42C5-FEF7-2F33-CDE5-0CDD552FA95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718304" y="1380744"/>
            <a:ext cx="6858000" cy="4608576"/>
          </a:xfrm>
        </p:spPr>
        <p:txBody>
          <a:bodyPr>
            <a:normAutofit/>
          </a:bodyPr>
          <a:lstStyle/>
          <a:p>
            <a:pPr marL="0" indent="0">
              <a:spcBef>
                <a:spcPts val="2500"/>
              </a:spcBef>
              <a:buFont typeface="Arial" panose="020B0604020202020204" pitchFamily="34" charset="0"/>
              <a:buNone/>
            </a:pPr>
            <a:r>
              <a:rPr lang="en-US" b="1"/>
              <a:t>Communicating Company Values</a:t>
            </a:r>
          </a:p>
          <a:p>
            <a:pPr marL="0" lvl="1" indent="0">
              <a:buFont typeface="Arial" panose="020B0604020202020204" pitchFamily="34" charset="0"/>
              <a:buNone/>
            </a:pPr>
            <a:r>
              <a:rPr lang="en-US"/>
              <a:t>A strong employer brand clearly communicates company values and culture to attract aligned candidates.</a:t>
            </a:r>
          </a:p>
          <a:p>
            <a:pPr marL="0" indent="0">
              <a:spcBef>
                <a:spcPts val="2500"/>
              </a:spcBef>
              <a:buFont typeface="Arial" panose="020B0604020202020204" pitchFamily="34" charset="0"/>
              <a:buNone/>
            </a:pPr>
            <a:r>
              <a:rPr lang="en-US" b="1"/>
              <a:t>Showcasing through Multiple Channels</a:t>
            </a:r>
          </a:p>
          <a:p>
            <a:pPr marL="0" lvl="1" indent="0">
              <a:buFont typeface="Arial" panose="020B0604020202020204" pitchFamily="34" charset="0"/>
              <a:buNone/>
            </a:pPr>
            <a:r>
              <a:rPr lang="en-US"/>
              <a:t>Employer branding uses social media, career pages, and testimonials to showcase culture and growth opportunities.</a:t>
            </a:r>
          </a:p>
          <a:p>
            <a:pPr marL="0" indent="0">
              <a:spcBef>
                <a:spcPts val="2500"/>
              </a:spcBef>
              <a:buFont typeface="Arial" panose="020B0604020202020204" pitchFamily="34" charset="0"/>
              <a:buNone/>
            </a:pPr>
            <a:r>
              <a:rPr lang="en-US" b="1"/>
              <a:t>Proactive Talent Attraction</a:t>
            </a:r>
          </a:p>
          <a:p>
            <a:pPr marL="0" lvl="1" indent="0">
              <a:buFont typeface="Arial" panose="020B0604020202020204" pitchFamily="34" charset="0"/>
              <a:buNone/>
            </a:pPr>
            <a:r>
              <a:rPr lang="en-US"/>
              <a:t>Building a positive employer brand attracts candidates even before job openings are available, maintaining talent pipeline.</a:t>
            </a:r>
          </a:p>
          <a:p>
            <a:pPr marL="0" indent="0">
              <a:spcBef>
                <a:spcPts val="2500"/>
              </a:spcBef>
              <a:buFont typeface="Arial" panose="020B0604020202020204" pitchFamily="34" charset="0"/>
              <a:buNone/>
            </a:pPr>
            <a:r>
              <a:rPr lang="en-US" b="1"/>
              <a:t>Enhancing Recruitment and Growth</a:t>
            </a:r>
          </a:p>
          <a:p>
            <a:pPr marL="0" lvl="1" indent="0">
              <a:buFont typeface="Arial" panose="020B0604020202020204" pitchFamily="34" charset="0"/>
              <a:buNone/>
            </a:pPr>
            <a:r>
              <a:rPr lang="en-US"/>
              <a:t>A strong employer brand improves recruitment experience and supports sustainable business growth with top talent.</a:t>
            </a:r>
          </a:p>
        </p:txBody>
      </p:sp>
    </p:spTree>
    <p:extLst>
      <p:ext uri="{BB962C8B-B14F-4D97-AF65-F5344CB8AC3E}">
        <p14:creationId xmlns:p14="http://schemas.microsoft.com/office/powerpoint/2010/main" val="25319925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1_7EC0820D.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F2F26-03FD-494D-7641-76F03B8B15E8}"/>
              </a:ext>
            </a:extLst>
          </p:cNvPr>
          <p:cNvSpPr>
            <a:spLocks noGrp="1"/>
          </p:cNvSpPr>
          <p:nvPr>
            <p:ph type="ctrTitle"/>
          </p:nvPr>
        </p:nvSpPr>
        <p:spPr>
          <a:xfrm>
            <a:off x="612648" y="850392"/>
            <a:ext cx="2935224" cy="3035808"/>
          </a:xfrm>
        </p:spPr>
        <p:txBody>
          <a:bodyPr anchor="t">
            <a:normAutofit/>
          </a:bodyPr>
          <a:lstStyle/>
          <a:p>
            <a:r>
              <a:rPr lang="en-US" sz="2400"/>
              <a:t>Hiring Strategies That Support Business Scaling</a:t>
            </a:r>
          </a:p>
        </p:txBody>
      </p:sp>
      <p:sp>
        <p:nvSpPr>
          <p:cNvPr id="3" name="Subtitle 2">
            <a:extLst>
              <a:ext uri="{FF2B5EF4-FFF2-40B4-BE49-F238E27FC236}">
                <a16:creationId xmlns:a16="http://schemas.microsoft.com/office/drawing/2014/main" id="{A6B57542-91F4-E15E-8809-6599947EEC77}"/>
              </a:ext>
            </a:extLst>
          </p:cNvPr>
          <p:cNvSpPr>
            <a:spLocks noGrp="1"/>
          </p:cNvSpPr>
          <p:nvPr>
            <p:ph type="subTitle" idx="1"/>
          </p:nvPr>
        </p:nvSpPr>
        <p:spPr>
          <a:xfrm>
            <a:off x="612648" y="5001768"/>
            <a:ext cx="2926080" cy="1490472"/>
          </a:xfrm>
        </p:spPr>
        <p:txBody>
          <a:bodyPr anchor="ctr">
            <a:normAutofit/>
          </a:bodyPr>
          <a:lstStyle/>
          <a:p>
            <a:pPr>
              <a:lnSpc>
                <a:spcPct val="110000"/>
              </a:lnSpc>
            </a:pPr>
            <a:r>
              <a:rPr lang="en-US"/>
              <a:t>Effective recruitment methods for expanding organizations</a:t>
            </a:r>
          </a:p>
        </p:txBody>
      </p:sp>
      <p:pic>
        <p:nvPicPr>
          <p:cNvPr id="4" name="Picture 3" descr="People talking at workplace">
            <a:extLst>
              <a:ext uri="{FF2B5EF4-FFF2-40B4-BE49-F238E27FC236}">
                <a16:creationId xmlns:a16="http://schemas.microsoft.com/office/drawing/2014/main" id="{8EB80AEC-76A1-4245-8040-997A3E83C218}"/>
              </a:ext>
            </a:extLst>
          </p:cNvPr>
          <p:cNvPicPr>
            <a:picLocks noChangeAspect="1"/>
          </p:cNvPicPr>
          <p:nvPr/>
        </p:nvPicPr>
        <p:blipFill>
          <a:blip r:embed="rId3"/>
          <a:srcRect r="21427" b="-1"/>
          <a:stretch>
            <a:fillRect/>
          </a:stretch>
        </p:blipFill>
        <p:spPr>
          <a:xfrm>
            <a:off x="4076700" y="10"/>
            <a:ext cx="8115300" cy="6868442"/>
          </a:xfrm>
          <a:prstGeom prst="rect">
            <a:avLst/>
          </a:prstGeom>
        </p:spPr>
      </p:pic>
    </p:spTree>
    <p:extLst>
      <p:ext uri="{BB962C8B-B14F-4D97-AF65-F5344CB8AC3E}">
        <p14:creationId xmlns:p14="http://schemas.microsoft.com/office/powerpoint/2010/main" val="2126545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_A02_4982613F.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C4D4A-4538-765C-04AF-9B405D48546B}"/>
              </a:ext>
            </a:extLst>
          </p:cNvPr>
          <p:cNvSpPr>
            <a:spLocks noGrp="1"/>
          </p:cNvSpPr>
          <p:nvPr>
            <p:ph type="title"/>
          </p:nvPr>
        </p:nvSpPr>
        <p:spPr>
          <a:xfrm>
            <a:off x="731520" y="2596896"/>
            <a:ext cx="8933688" cy="3566160"/>
          </a:xfrm>
        </p:spPr>
        <p:txBody>
          <a:bodyPr anchor="b">
            <a:normAutofit/>
          </a:bodyPr>
          <a:lstStyle/>
          <a:p>
            <a:r>
              <a:rPr lang="en-US"/>
              <a:t>Introduction to Scaling Hiring</a:t>
            </a:r>
          </a:p>
        </p:txBody>
      </p:sp>
    </p:spTree>
    <p:extLst>
      <p:ext uri="{BB962C8B-B14F-4D97-AF65-F5344CB8AC3E}">
        <p14:creationId xmlns:p14="http://schemas.microsoft.com/office/powerpoint/2010/main" val="12332813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3_5C4A78D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744D8-6442-601B-0399-8C115ED64ADC}"/>
              </a:ext>
            </a:extLst>
          </p:cNvPr>
          <p:cNvSpPr>
            <a:spLocks noGrp="1"/>
          </p:cNvSpPr>
          <p:nvPr>
            <p:ph type="title"/>
          </p:nvPr>
        </p:nvSpPr>
        <p:spPr>
          <a:xfrm>
            <a:off x="731520" y="312572"/>
            <a:ext cx="6858000" cy="923544"/>
          </a:xfrm>
        </p:spPr>
        <p:txBody>
          <a:bodyPr anchor="b">
            <a:normAutofit/>
          </a:bodyPr>
          <a:lstStyle/>
          <a:p>
            <a:r>
              <a:rPr lang="en-US"/>
              <a:t>What is Scaling Hiring?</a:t>
            </a:r>
          </a:p>
        </p:txBody>
      </p:sp>
      <p:sp>
        <p:nvSpPr>
          <p:cNvPr id="4" name="Content Placeholder 3">
            <a:extLst>
              <a:ext uri="{FF2B5EF4-FFF2-40B4-BE49-F238E27FC236}">
                <a16:creationId xmlns:a16="http://schemas.microsoft.com/office/drawing/2014/main" id="{5CD9E062-AC27-EEAA-6003-61C989F7CC4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a:normAutofit/>
          </a:bodyPr>
          <a:lstStyle/>
          <a:p>
            <a:pPr marL="0" indent="0">
              <a:spcBef>
                <a:spcPts val="2500"/>
              </a:spcBef>
              <a:buFont typeface="Arial" panose="020B0604020202020204" pitchFamily="34" charset="0"/>
              <a:buNone/>
            </a:pPr>
            <a:r>
              <a:rPr lang="en-US" b="1"/>
              <a:t>Definition of Scaling Hiring</a:t>
            </a:r>
          </a:p>
          <a:p>
            <a:pPr marL="0" lvl="1" indent="0">
              <a:buFont typeface="Arial" panose="020B0604020202020204" pitchFamily="34" charset="0"/>
              <a:buNone/>
            </a:pPr>
            <a:r>
              <a:rPr lang="en-US"/>
              <a:t>Scaling hiring means recruiting efficiently to support rapid business growth while maintaining quality and consistency.</a:t>
            </a:r>
          </a:p>
          <a:p>
            <a:pPr marL="0" indent="0">
              <a:spcBef>
                <a:spcPts val="2500"/>
              </a:spcBef>
              <a:buFont typeface="Arial" panose="020B0604020202020204" pitchFamily="34" charset="0"/>
              <a:buNone/>
            </a:pPr>
            <a:r>
              <a:rPr lang="en-US" b="1"/>
              <a:t>Challenges of Ineffective Scaling</a:t>
            </a:r>
          </a:p>
          <a:p>
            <a:pPr marL="0" lvl="1" indent="0">
              <a:buFont typeface="Arial" panose="020B0604020202020204" pitchFamily="34" charset="0"/>
              <a:buNone/>
            </a:pPr>
            <a:r>
              <a:rPr lang="en-US"/>
              <a:t>Failure to scale hiring causes bottlenecks, low productivity, and poor employee retention in growing organizations.</a:t>
            </a:r>
          </a:p>
          <a:p>
            <a:pPr marL="0" indent="0">
              <a:spcBef>
                <a:spcPts val="2500"/>
              </a:spcBef>
              <a:buFont typeface="Arial" panose="020B0604020202020204" pitchFamily="34" charset="0"/>
              <a:buNone/>
            </a:pPr>
            <a:r>
              <a:rPr lang="en-US" b="1"/>
              <a:t>Strategies for Effective Scaling</a:t>
            </a:r>
          </a:p>
          <a:p>
            <a:pPr marL="0" lvl="1" indent="0">
              <a:buFont typeface="Arial" panose="020B0604020202020204" pitchFamily="34" charset="0"/>
              <a:buNone/>
            </a:pPr>
            <a:r>
              <a:rPr lang="en-US"/>
              <a:t>Creating repeatable processes and leveraging technology are key to scalable, consistent recruitment practices.</a:t>
            </a:r>
          </a:p>
          <a:p>
            <a:pPr marL="0" indent="0">
              <a:spcBef>
                <a:spcPts val="2500"/>
              </a:spcBef>
              <a:buFont typeface="Arial" panose="020B0604020202020204" pitchFamily="34" charset="0"/>
              <a:buNone/>
            </a:pPr>
            <a:r>
              <a:rPr lang="en-US" b="1"/>
              <a:t>Business Alignment and Growth</a:t>
            </a:r>
          </a:p>
          <a:p>
            <a:pPr marL="0" lvl="1" indent="0">
              <a:buFont typeface="Arial" panose="020B0604020202020204" pitchFamily="34" charset="0"/>
              <a:buNone/>
            </a:pPr>
            <a:r>
              <a:rPr lang="en-US"/>
              <a:t>Aligning hiring goals with business objectives ensures each hire contributes meaningfully to organizational success.</a:t>
            </a:r>
          </a:p>
        </p:txBody>
      </p:sp>
      <p:pic>
        <p:nvPicPr>
          <p:cNvPr id="5" name="Content Placeholder 4" descr="Thinking progress, searching for idea. Businessman in a black suite with gears (progress symbol) instead of head. From small to medium and big. Arrow pointing from one to another.">
            <a:extLst>
              <a:ext uri="{FF2B5EF4-FFF2-40B4-BE49-F238E27FC236}">
                <a16:creationId xmlns:a16="http://schemas.microsoft.com/office/drawing/2014/main" id="{AE7F82F6-EAF9-43D6-B00A-C523D940E65A}"/>
              </a:ext>
            </a:extLst>
          </p:cNvPr>
          <p:cNvPicPr>
            <a:picLocks noGrp="1" noChangeAspect="1"/>
          </p:cNvPicPr>
          <p:nvPr>
            <p:ph type="pic" sz="quarter" idx="15"/>
          </p:nvPr>
        </p:nvPicPr>
        <p:blipFill>
          <a:blip r:embed="rId3"/>
          <a:srcRect l="33737" r="26683" b="2"/>
          <a:stretch>
            <a:fillRect/>
          </a:stretch>
        </p:blipFill>
        <p:spPr>
          <a:xfrm>
            <a:off x="8491126" y="603504"/>
            <a:ext cx="3085177" cy="5202936"/>
          </a:xfrm>
        </p:spPr>
      </p:pic>
    </p:spTree>
    <p:extLst>
      <p:ext uri="{BB962C8B-B14F-4D97-AF65-F5344CB8AC3E}">
        <p14:creationId xmlns:p14="http://schemas.microsoft.com/office/powerpoint/2010/main" val="15483844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4_ECF74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78031-D82F-635A-C548-D44621A5C8E6}"/>
              </a:ext>
            </a:extLst>
          </p:cNvPr>
          <p:cNvSpPr>
            <a:spLocks noGrp="1"/>
          </p:cNvSpPr>
          <p:nvPr>
            <p:ph type="title"/>
          </p:nvPr>
        </p:nvSpPr>
        <p:spPr>
          <a:xfrm>
            <a:off x="731520" y="2596896"/>
            <a:ext cx="8933688" cy="3566160"/>
          </a:xfrm>
        </p:spPr>
        <p:txBody>
          <a:bodyPr anchor="b">
            <a:normAutofit/>
          </a:bodyPr>
          <a:lstStyle/>
          <a:p>
            <a:pPr>
              <a:lnSpc>
                <a:spcPct val="100000"/>
              </a:lnSpc>
            </a:pPr>
            <a:r>
              <a:rPr lang="en-US" sz="5600"/>
              <a:t>Importance of Hiring Strategy in Business Growth</a:t>
            </a:r>
          </a:p>
        </p:txBody>
      </p:sp>
    </p:spTree>
    <p:extLst>
      <p:ext uri="{BB962C8B-B14F-4D97-AF65-F5344CB8AC3E}">
        <p14:creationId xmlns:p14="http://schemas.microsoft.com/office/powerpoint/2010/main" val="2484767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5_5AB5C4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057A8-ABEF-A243-0589-EF797DCB1DCF}"/>
              </a:ext>
            </a:extLst>
          </p:cNvPr>
          <p:cNvSpPr>
            <a:spLocks noGrp="1"/>
          </p:cNvSpPr>
          <p:nvPr>
            <p:ph type="title"/>
          </p:nvPr>
        </p:nvSpPr>
        <p:spPr>
          <a:xfrm>
            <a:off x="731520" y="312572"/>
            <a:ext cx="6858000" cy="923544"/>
          </a:xfrm>
        </p:spPr>
        <p:txBody>
          <a:bodyPr anchor="b">
            <a:normAutofit/>
          </a:bodyPr>
          <a:lstStyle/>
          <a:p>
            <a:r>
              <a:rPr lang="en-US"/>
              <a:t>Why Hiring Strategy Matters</a:t>
            </a:r>
          </a:p>
        </p:txBody>
      </p:sp>
      <p:sp>
        <p:nvSpPr>
          <p:cNvPr id="4" name="Content Placeholder 3">
            <a:extLst>
              <a:ext uri="{FF2B5EF4-FFF2-40B4-BE49-F238E27FC236}">
                <a16:creationId xmlns:a16="http://schemas.microsoft.com/office/drawing/2014/main" id="{B7FAFF06-E497-2384-C8BF-3C4DC6E9DC3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a:normAutofit/>
          </a:bodyPr>
          <a:lstStyle/>
          <a:p>
            <a:pPr marL="0" indent="0">
              <a:spcBef>
                <a:spcPts val="2500"/>
              </a:spcBef>
              <a:buFont typeface="Arial" panose="020B0604020202020204" pitchFamily="34" charset="0"/>
              <a:buNone/>
            </a:pPr>
            <a:r>
              <a:rPr lang="en-US" b="1"/>
              <a:t>Importance of Structured Hiring</a:t>
            </a:r>
          </a:p>
          <a:p>
            <a:pPr marL="0" lvl="1" indent="0">
              <a:buFont typeface="Arial" panose="020B0604020202020204" pitchFamily="34" charset="0"/>
              <a:buNone/>
            </a:pPr>
            <a:r>
              <a:rPr lang="en-US"/>
              <a:t>Structured hiring prevents inconsistent decisions and reduces recruitment cycle times, improving overall hiring efficiency.</a:t>
            </a:r>
          </a:p>
          <a:p>
            <a:pPr marL="0" indent="0">
              <a:spcBef>
                <a:spcPts val="2500"/>
              </a:spcBef>
              <a:buFont typeface="Arial" panose="020B0604020202020204" pitchFamily="34" charset="0"/>
              <a:buNone/>
            </a:pPr>
            <a:r>
              <a:rPr lang="en-US" b="1"/>
              <a:t>Alignment with Business Goals</a:t>
            </a:r>
          </a:p>
          <a:p>
            <a:pPr marL="0" lvl="1" indent="0">
              <a:buFont typeface="Arial" panose="020B0604020202020204" pitchFamily="34" charset="0"/>
              <a:buNone/>
            </a:pPr>
            <a:r>
              <a:rPr lang="en-US"/>
              <a:t>Aligning hiring with business objectives ensures each new hire supports company growth and performance.</a:t>
            </a:r>
          </a:p>
          <a:p>
            <a:pPr marL="0" indent="0">
              <a:spcBef>
                <a:spcPts val="2500"/>
              </a:spcBef>
              <a:buFont typeface="Arial" panose="020B0604020202020204" pitchFamily="34" charset="0"/>
              <a:buNone/>
            </a:pPr>
            <a:r>
              <a:rPr lang="en-US" b="1"/>
              <a:t>Forecasting Talent Needs</a:t>
            </a:r>
          </a:p>
          <a:p>
            <a:pPr marL="0" lvl="1" indent="0">
              <a:buFont typeface="Arial" panose="020B0604020202020204" pitchFamily="34" charset="0"/>
              <a:buNone/>
            </a:pPr>
            <a:r>
              <a:rPr lang="en-US"/>
              <a:t>A proactive hiring strategy enables forecasting future talent gaps and building a qualified candidate pipeline.</a:t>
            </a:r>
          </a:p>
          <a:p>
            <a:pPr marL="0" indent="0">
              <a:spcBef>
                <a:spcPts val="2500"/>
              </a:spcBef>
              <a:buFont typeface="Arial" panose="020B0604020202020204" pitchFamily="34" charset="0"/>
              <a:buNone/>
            </a:pPr>
            <a:r>
              <a:rPr lang="en-US" b="1"/>
              <a:t>Enhancing Candidate Experience</a:t>
            </a:r>
          </a:p>
          <a:p>
            <a:pPr marL="0" lvl="1" indent="0">
              <a:buFont typeface="Arial" panose="020B0604020202020204" pitchFamily="34" charset="0"/>
              <a:buNone/>
            </a:pPr>
            <a:r>
              <a:rPr lang="en-US"/>
              <a:t>Improved recruitment processes lead to better candidate experience and reduce employee turnover.</a:t>
            </a:r>
          </a:p>
        </p:txBody>
      </p:sp>
      <p:pic>
        <p:nvPicPr>
          <p:cNvPr id="5" name="Content Placeholder 4" descr="Shot of a group of businesspeople in the boardroom">
            <a:extLst>
              <a:ext uri="{FF2B5EF4-FFF2-40B4-BE49-F238E27FC236}">
                <a16:creationId xmlns:a16="http://schemas.microsoft.com/office/drawing/2014/main" id="{87234036-E515-46CA-ACE3-E2C571323B12}"/>
              </a:ext>
            </a:extLst>
          </p:cNvPr>
          <p:cNvPicPr>
            <a:picLocks noGrp="1" noChangeAspect="1"/>
          </p:cNvPicPr>
          <p:nvPr>
            <p:ph type="pic" sz="quarter" idx="15"/>
          </p:nvPr>
        </p:nvPicPr>
        <p:blipFill>
          <a:blip r:embed="rId3"/>
          <a:srcRect l="29867" r="32479"/>
          <a:stretch>
            <a:fillRect/>
          </a:stretch>
        </p:blipFill>
        <p:spPr>
          <a:xfrm>
            <a:off x="8491126" y="603504"/>
            <a:ext cx="3085177" cy="5202936"/>
          </a:xfrm>
        </p:spPr>
      </p:pic>
    </p:spTree>
    <p:extLst>
      <p:ext uri="{BB962C8B-B14F-4D97-AF65-F5344CB8AC3E}">
        <p14:creationId xmlns:p14="http://schemas.microsoft.com/office/powerpoint/2010/main" val="15218616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6_AA72500F.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F24CD-30DD-D266-FCBC-B8B0AAB13F59}"/>
              </a:ext>
            </a:extLst>
          </p:cNvPr>
          <p:cNvSpPr>
            <a:spLocks noGrp="1"/>
          </p:cNvSpPr>
          <p:nvPr>
            <p:ph type="title"/>
          </p:nvPr>
        </p:nvSpPr>
        <p:spPr>
          <a:xfrm>
            <a:off x="3657600" y="2807208"/>
            <a:ext cx="7772400" cy="3346704"/>
          </a:xfrm>
        </p:spPr>
        <p:txBody>
          <a:bodyPr anchor="t">
            <a:normAutofit/>
          </a:bodyPr>
          <a:lstStyle/>
          <a:p>
            <a:r>
              <a:rPr lang="en-US"/>
              <a:t>Core Hiring Strategies for Scaling</a:t>
            </a:r>
          </a:p>
        </p:txBody>
      </p:sp>
    </p:spTree>
    <p:extLst>
      <p:ext uri="{BB962C8B-B14F-4D97-AF65-F5344CB8AC3E}">
        <p14:creationId xmlns:p14="http://schemas.microsoft.com/office/powerpoint/2010/main" val="28596183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7_5143AF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6A7C0-C4B8-99CA-1716-91E7706461A0}"/>
              </a:ext>
            </a:extLst>
          </p:cNvPr>
          <p:cNvSpPr>
            <a:spLocks noGrp="1"/>
          </p:cNvSpPr>
          <p:nvPr>
            <p:ph type="title"/>
          </p:nvPr>
        </p:nvSpPr>
        <p:spPr>
          <a:xfrm>
            <a:off x="4718304" y="310896"/>
            <a:ext cx="6858000" cy="923544"/>
          </a:xfrm>
        </p:spPr>
        <p:txBody>
          <a:bodyPr anchor="b">
            <a:normAutofit/>
          </a:bodyPr>
          <a:lstStyle/>
          <a:p>
            <a:r>
              <a:rPr lang="en-US"/>
              <a:t>Key Hiring Strategies</a:t>
            </a:r>
          </a:p>
        </p:txBody>
      </p:sp>
      <p:pic>
        <p:nvPicPr>
          <p:cNvPr id="5" name="Content Placeholder 4" descr="Paperwork and hands on a board room table at a business presentation or seminar. The documents have financial or marketing figures, graphs and charts on them. People are pointing to different documents. There is a digital tablet on the table">
            <a:extLst>
              <a:ext uri="{FF2B5EF4-FFF2-40B4-BE49-F238E27FC236}">
                <a16:creationId xmlns:a16="http://schemas.microsoft.com/office/drawing/2014/main" id="{3821FB55-8C78-4C52-9DD2-C5ABB2A885FE}"/>
              </a:ext>
            </a:extLst>
          </p:cNvPr>
          <p:cNvPicPr>
            <a:picLocks noGrp="1" noChangeAspect="1"/>
          </p:cNvPicPr>
          <p:nvPr>
            <p:ph type="pic" sz="quarter" idx="15"/>
          </p:nvPr>
        </p:nvPicPr>
        <p:blipFill>
          <a:blip r:embed="rId3"/>
          <a:srcRect l="23239" r="35804" b="2"/>
          <a:stretch>
            <a:fillRect/>
          </a:stretch>
        </p:blipFill>
        <p:spPr>
          <a:xfrm>
            <a:off x="603503" y="603504"/>
            <a:ext cx="3192563" cy="5202936"/>
          </a:xfrm>
        </p:spPr>
      </p:pic>
      <p:sp>
        <p:nvSpPr>
          <p:cNvPr id="4" name="Content Placeholder 3">
            <a:extLst>
              <a:ext uri="{FF2B5EF4-FFF2-40B4-BE49-F238E27FC236}">
                <a16:creationId xmlns:a16="http://schemas.microsoft.com/office/drawing/2014/main" id="{5B16F0BC-2093-560F-83F3-A3F10BBD710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718304" y="1380744"/>
            <a:ext cx="6858000" cy="4608576"/>
          </a:xfrm>
        </p:spPr>
        <p:txBody>
          <a:bodyPr>
            <a:normAutofit/>
          </a:bodyPr>
          <a:lstStyle/>
          <a:p>
            <a:pPr marL="0" indent="0">
              <a:spcBef>
                <a:spcPts val="2500"/>
              </a:spcBef>
              <a:buFont typeface="Arial" panose="020B0604020202020204" pitchFamily="34" charset="0"/>
              <a:buNone/>
            </a:pPr>
            <a:r>
              <a:rPr lang="en-US" b="1"/>
              <a:t>Workforce Planning</a:t>
            </a:r>
          </a:p>
          <a:p>
            <a:pPr marL="0" lvl="1" indent="0">
              <a:buFont typeface="Arial" panose="020B0604020202020204" pitchFamily="34" charset="0"/>
              <a:buNone/>
            </a:pPr>
            <a:r>
              <a:rPr lang="en-US"/>
              <a:t>Forecasting future hiring needs based on growth projections helps prepare for expansion and avoid reactive hiring.</a:t>
            </a:r>
          </a:p>
          <a:p>
            <a:pPr marL="0" indent="0">
              <a:spcBef>
                <a:spcPts val="2500"/>
              </a:spcBef>
              <a:buFont typeface="Arial" panose="020B0604020202020204" pitchFamily="34" charset="0"/>
              <a:buNone/>
            </a:pPr>
            <a:r>
              <a:rPr lang="en-US" b="1"/>
              <a:t>Standardized Hiring Workflows</a:t>
            </a:r>
          </a:p>
          <a:p>
            <a:pPr marL="0" lvl="1" indent="0">
              <a:buFont typeface="Arial" panose="020B0604020202020204" pitchFamily="34" charset="0"/>
              <a:buNone/>
            </a:pPr>
            <a:r>
              <a:rPr lang="en-US"/>
              <a:t>Consistent recruitment processes with defined job descriptions and evaluation criteria ensure fairness and efficiency.</a:t>
            </a:r>
          </a:p>
          <a:p>
            <a:pPr marL="0" indent="0">
              <a:spcBef>
                <a:spcPts val="2500"/>
              </a:spcBef>
              <a:buFont typeface="Arial" panose="020B0604020202020204" pitchFamily="34" charset="0"/>
              <a:buNone/>
            </a:pPr>
            <a:r>
              <a:rPr lang="en-US" b="1"/>
              <a:t>Data-Driven Decisions</a:t>
            </a:r>
          </a:p>
          <a:p>
            <a:pPr marL="0" lvl="1" indent="0">
              <a:buFont typeface="Arial" panose="020B0604020202020204" pitchFamily="34" charset="0"/>
              <a:buNone/>
            </a:pPr>
            <a:r>
              <a:rPr lang="en-US"/>
              <a:t>Using metrics like time-to-hire and cost-per-hire helps identify bottlenecks and optimize recruitment processes.</a:t>
            </a:r>
          </a:p>
          <a:p>
            <a:pPr marL="0" indent="0">
              <a:spcBef>
                <a:spcPts val="2500"/>
              </a:spcBef>
              <a:buFont typeface="Arial" panose="020B0604020202020204" pitchFamily="34" charset="0"/>
              <a:buNone/>
            </a:pPr>
            <a:r>
              <a:rPr lang="en-US" b="1"/>
              <a:t>Talent Pipeline Development</a:t>
            </a:r>
          </a:p>
          <a:p>
            <a:pPr marL="0" lvl="1" indent="0">
              <a:buFont typeface="Arial" panose="020B0604020202020204" pitchFamily="34" charset="0"/>
              <a:buNone/>
            </a:pPr>
            <a:r>
              <a:rPr lang="en-US"/>
              <a:t>Building a strong talent pipeline ensures access to qualified candidates ahead of position openings.</a:t>
            </a:r>
          </a:p>
        </p:txBody>
      </p:sp>
    </p:spTree>
    <p:extLst>
      <p:ext uri="{BB962C8B-B14F-4D97-AF65-F5344CB8AC3E}">
        <p14:creationId xmlns:p14="http://schemas.microsoft.com/office/powerpoint/2010/main" val="13633903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8_B9E9FA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FD69F-E12D-49D1-1824-5061845BA862}"/>
              </a:ext>
            </a:extLst>
          </p:cNvPr>
          <p:cNvSpPr>
            <a:spLocks noGrp="1"/>
          </p:cNvSpPr>
          <p:nvPr>
            <p:ph type="title"/>
          </p:nvPr>
        </p:nvSpPr>
        <p:spPr>
          <a:xfrm>
            <a:off x="731520" y="2596896"/>
            <a:ext cx="8933688" cy="3566160"/>
          </a:xfrm>
        </p:spPr>
        <p:txBody>
          <a:bodyPr anchor="b">
            <a:normAutofit/>
          </a:bodyPr>
          <a:lstStyle/>
          <a:p>
            <a:r>
              <a:rPr lang="en-US"/>
              <a:t>Workforce Planning for Growth</a:t>
            </a:r>
          </a:p>
        </p:txBody>
      </p:sp>
    </p:spTree>
    <p:extLst>
      <p:ext uri="{BB962C8B-B14F-4D97-AF65-F5344CB8AC3E}">
        <p14:creationId xmlns:p14="http://schemas.microsoft.com/office/powerpoint/2010/main" val="31191189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9_6F8B530D.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A1156-4D2C-05C3-71BF-CB3990E592EF}"/>
              </a:ext>
            </a:extLst>
          </p:cNvPr>
          <p:cNvSpPr>
            <a:spLocks noGrp="1"/>
          </p:cNvSpPr>
          <p:nvPr>
            <p:ph type="title"/>
          </p:nvPr>
        </p:nvSpPr>
        <p:spPr>
          <a:xfrm>
            <a:off x="6153912" y="475488"/>
            <a:ext cx="5440680" cy="1197864"/>
          </a:xfrm>
        </p:spPr>
        <p:txBody>
          <a:bodyPr anchor="b">
            <a:normAutofit/>
          </a:bodyPr>
          <a:lstStyle/>
          <a:p>
            <a:r>
              <a:rPr lang="en-US"/>
              <a:t>Strategy 1: Workforce Planning</a:t>
            </a:r>
          </a:p>
        </p:txBody>
      </p:sp>
      <p:pic>
        <p:nvPicPr>
          <p:cNvPr id="5" name="Content Placeholder 4" descr="Shot of a team of corporate architects collaborating on a plan in a modern office">
            <a:extLst>
              <a:ext uri="{FF2B5EF4-FFF2-40B4-BE49-F238E27FC236}">
                <a16:creationId xmlns:a16="http://schemas.microsoft.com/office/drawing/2014/main" id="{D861CD0D-7317-41F4-8D44-515B5DFD3721}"/>
              </a:ext>
            </a:extLst>
          </p:cNvPr>
          <p:cNvPicPr>
            <a:picLocks noGrp="1" noChangeAspect="1"/>
          </p:cNvPicPr>
          <p:nvPr>
            <p:ph type="pic" sz="quarter" idx="15"/>
          </p:nvPr>
        </p:nvPicPr>
        <p:blipFill>
          <a:blip r:embed="rId3"/>
          <a:srcRect l="34318" r="10956" b="-2"/>
          <a:stretch>
            <a:fillRect/>
          </a:stretch>
        </p:blipFill>
        <p:spPr>
          <a:xfrm>
            <a:off x="20" y="-1"/>
            <a:ext cx="5247300" cy="6400369"/>
          </a:xfrm>
        </p:spPr>
      </p:pic>
      <p:sp>
        <p:nvSpPr>
          <p:cNvPr id="4" name="Content Placeholder 3">
            <a:extLst>
              <a:ext uri="{FF2B5EF4-FFF2-40B4-BE49-F238E27FC236}">
                <a16:creationId xmlns:a16="http://schemas.microsoft.com/office/drawing/2014/main" id="{CD748E08-4374-5A2C-81C9-78D0B609408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53912" y="1856232"/>
            <a:ext cx="5440680" cy="4005072"/>
          </a:xfrm>
        </p:spPr>
        <p:txBody>
          <a:bodyPr>
            <a:normAutofit/>
          </a:bodyPr>
          <a:lstStyle/>
          <a:p>
            <a:pPr marL="0" indent="0">
              <a:spcBef>
                <a:spcPts val="2500"/>
              </a:spcBef>
              <a:buFont typeface="Arial" panose="020B0604020202020204" pitchFamily="34" charset="0"/>
              <a:buNone/>
            </a:pPr>
            <a:r>
              <a:rPr lang="en-US" b="1"/>
              <a:t>Analyzing Workforce Capabilities</a:t>
            </a:r>
          </a:p>
          <a:p>
            <a:pPr marL="0" lvl="1" indent="0">
              <a:buFont typeface="Arial" panose="020B0604020202020204" pitchFamily="34" charset="0"/>
              <a:buNone/>
            </a:pPr>
            <a:r>
              <a:rPr lang="en-US"/>
              <a:t>Assess current employee skills to identify gaps and forecast future talent needs aligned with business goals.</a:t>
            </a:r>
          </a:p>
          <a:p>
            <a:pPr marL="0" indent="0">
              <a:spcBef>
                <a:spcPts val="2500"/>
              </a:spcBef>
              <a:buFont typeface="Arial" panose="020B0604020202020204" pitchFamily="34" charset="0"/>
              <a:buNone/>
            </a:pPr>
            <a:r>
              <a:rPr lang="en-US" b="1"/>
              <a:t>Collaboration for Strategic Hiring</a:t>
            </a:r>
          </a:p>
          <a:p>
            <a:pPr marL="0" lvl="1" indent="0">
              <a:buFont typeface="Arial" panose="020B0604020202020204" pitchFamily="34" charset="0"/>
              <a:buNone/>
            </a:pPr>
            <a:r>
              <a:rPr lang="en-US"/>
              <a:t>HR and business leaders work together to align hiring goals with company priorities like market expansion.</a:t>
            </a:r>
          </a:p>
          <a:p>
            <a:pPr marL="0" indent="0">
              <a:spcBef>
                <a:spcPts val="2500"/>
              </a:spcBef>
              <a:buFont typeface="Arial" panose="020B0604020202020204" pitchFamily="34" charset="0"/>
              <a:buNone/>
            </a:pPr>
            <a:r>
              <a:rPr lang="en-US" b="1"/>
              <a:t>Proactive Resource Allocation</a:t>
            </a:r>
          </a:p>
          <a:p>
            <a:pPr marL="0" lvl="1" indent="0">
              <a:buFont typeface="Arial" panose="020B0604020202020204" pitchFamily="34" charset="0"/>
              <a:buNone/>
            </a:pPr>
            <a:r>
              <a:rPr lang="en-US"/>
              <a:t>Plan hiring timelines and budgets effectively to avoid rushed decisions and ensure critical roles are prioritized.</a:t>
            </a:r>
          </a:p>
        </p:txBody>
      </p:sp>
    </p:spTree>
    <p:extLst>
      <p:ext uri="{BB962C8B-B14F-4D97-AF65-F5344CB8AC3E}">
        <p14:creationId xmlns:p14="http://schemas.microsoft.com/office/powerpoint/2010/main" val="18714017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10_72B11D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B59A3-62DC-F3B9-6C73-FD6BF62C7552}"/>
              </a:ext>
            </a:extLst>
          </p:cNvPr>
          <p:cNvSpPr>
            <a:spLocks noGrp="1"/>
          </p:cNvSpPr>
          <p:nvPr>
            <p:ph type="title"/>
          </p:nvPr>
        </p:nvSpPr>
        <p:spPr>
          <a:xfrm>
            <a:off x="731520" y="2596896"/>
            <a:ext cx="8933688" cy="3566160"/>
          </a:xfrm>
        </p:spPr>
        <p:txBody>
          <a:bodyPr anchor="b">
            <a:normAutofit/>
          </a:bodyPr>
          <a:lstStyle/>
          <a:p>
            <a:r>
              <a:rPr lang="en-US"/>
              <a:t>Data-Driven Hiring</a:t>
            </a:r>
          </a:p>
        </p:txBody>
      </p:sp>
    </p:spTree>
    <p:extLst>
      <p:ext uri="{BB962C8B-B14F-4D97-AF65-F5344CB8AC3E}">
        <p14:creationId xmlns:p14="http://schemas.microsoft.com/office/powerpoint/2010/main" val="19242100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11_74DAC5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9DD17-926E-C784-ED15-2FB2E1C24759}"/>
              </a:ext>
            </a:extLst>
          </p:cNvPr>
          <p:cNvSpPr>
            <a:spLocks noGrp="1"/>
          </p:cNvSpPr>
          <p:nvPr>
            <p:ph type="title"/>
          </p:nvPr>
        </p:nvSpPr>
        <p:spPr>
          <a:xfrm>
            <a:off x="731520" y="3886200"/>
            <a:ext cx="3649468" cy="2048256"/>
          </a:xfrm>
        </p:spPr>
        <p:txBody>
          <a:bodyPr anchor="t">
            <a:normAutofit/>
          </a:bodyPr>
          <a:lstStyle/>
          <a:p>
            <a:r>
              <a:rPr lang="en-US"/>
              <a:t>Strategy 5: Using Data and Metrics</a:t>
            </a:r>
          </a:p>
        </p:txBody>
      </p:sp>
      <p:pic>
        <p:nvPicPr>
          <p:cNvPr id="5" name="Content Placeholder 4" descr="A computer futuristic digital program hud interface with a personal control system over a network, in which the computer uses the interface to interact with the user.">
            <a:extLst>
              <a:ext uri="{FF2B5EF4-FFF2-40B4-BE49-F238E27FC236}">
                <a16:creationId xmlns:a16="http://schemas.microsoft.com/office/drawing/2014/main" id="{B356D2AA-585E-4215-9375-3373BE8E71A8}"/>
              </a:ext>
            </a:extLst>
          </p:cNvPr>
          <p:cNvPicPr>
            <a:picLocks noGrp="1" noChangeAspect="1"/>
          </p:cNvPicPr>
          <p:nvPr>
            <p:ph type="pic" sz="quarter" idx="15"/>
          </p:nvPr>
        </p:nvPicPr>
        <p:blipFill>
          <a:blip r:embed="rId3"/>
          <a:srcRect l="21425" r="27676" b="-1"/>
          <a:stretch>
            <a:fillRect/>
          </a:stretch>
        </p:blipFill>
        <p:spPr>
          <a:xfrm>
            <a:off x="731518" y="10"/>
            <a:ext cx="3520440" cy="3648446"/>
          </a:xfrm>
        </p:spPr>
      </p:pic>
      <p:sp>
        <p:nvSpPr>
          <p:cNvPr id="4" name="Content Placeholder 3">
            <a:extLst>
              <a:ext uri="{FF2B5EF4-FFF2-40B4-BE49-F238E27FC236}">
                <a16:creationId xmlns:a16="http://schemas.microsoft.com/office/drawing/2014/main" id="{E9901324-BAEF-FC69-FB84-CAFECC17248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48072" y="704088"/>
            <a:ext cx="6428232" cy="5230368"/>
          </a:xfrm>
        </p:spPr>
        <p:txBody>
          <a:bodyPr>
            <a:normAutofit/>
          </a:bodyPr>
          <a:lstStyle/>
          <a:p>
            <a:pPr marL="0" indent="0">
              <a:spcBef>
                <a:spcPts val="2500"/>
              </a:spcBef>
              <a:buFont typeface="Arial" panose="020B0604020202020204" pitchFamily="34" charset="0"/>
              <a:buNone/>
            </a:pPr>
            <a:r>
              <a:rPr lang="en-US" b="1"/>
              <a:t>Importance of Data-Driven Hiring</a:t>
            </a:r>
          </a:p>
          <a:p>
            <a:pPr marL="0" lvl="1" indent="0">
              <a:buFont typeface="Arial" panose="020B0604020202020204" pitchFamily="34" charset="0"/>
              <a:buNone/>
            </a:pPr>
            <a:r>
              <a:rPr lang="en-US"/>
              <a:t>Using data enables informed decisions and continuous improvement in recruitment strategies.</a:t>
            </a:r>
          </a:p>
          <a:p>
            <a:pPr marL="0" indent="0">
              <a:spcBef>
                <a:spcPts val="2500"/>
              </a:spcBef>
              <a:buFont typeface="Arial" panose="020B0604020202020204" pitchFamily="34" charset="0"/>
              <a:buNone/>
            </a:pPr>
            <a:r>
              <a:rPr lang="en-US" b="1"/>
              <a:t>Key Performance Indicators</a:t>
            </a:r>
          </a:p>
          <a:p>
            <a:pPr marL="0" lvl="1" indent="0">
              <a:buFont typeface="Arial" panose="020B0604020202020204" pitchFamily="34" charset="0"/>
              <a:buNone/>
            </a:pPr>
            <a:r>
              <a:rPr lang="en-US"/>
              <a:t>Tracking metrics like time-to-hire, cost-per-hire, and conversion rates identifies inefficiencies.</a:t>
            </a:r>
          </a:p>
          <a:p>
            <a:pPr marL="0" indent="0">
              <a:spcBef>
                <a:spcPts val="2500"/>
              </a:spcBef>
              <a:buFont typeface="Arial" panose="020B0604020202020204" pitchFamily="34" charset="0"/>
              <a:buNone/>
            </a:pPr>
            <a:r>
              <a:rPr lang="en-US" b="1"/>
              <a:t>Optimizing Sourcing Channels</a:t>
            </a:r>
          </a:p>
          <a:p>
            <a:pPr marL="0" lvl="1" indent="0">
              <a:buFont typeface="Arial" panose="020B0604020202020204" pitchFamily="34" charset="0"/>
              <a:buNone/>
            </a:pPr>
            <a:r>
              <a:rPr lang="en-US"/>
              <a:t>Data analytics evaluates sourcing effectiveness for better resource allocation.</a:t>
            </a:r>
          </a:p>
          <a:p>
            <a:pPr marL="0" indent="0">
              <a:spcBef>
                <a:spcPts val="2500"/>
              </a:spcBef>
              <a:buFont typeface="Arial" panose="020B0604020202020204" pitchFamily="34" charset="0"/>
              <a:buNone/>
            </a:pPr>
            <a:r>
              <a:rPr lang="en-US" b="1"/>
              <a:t>Predicting Talent Needs</a:t>
            </a:r>
          </a:p>
          <a:p>
            <a:pPr marL="0" lvl="1" indent="0">
              <a:buFont typeface="Arial" panose="020B0604020202020204" pitchFamily="34" charset="0"/>
              <a:buNone/>
            </a:pPr>
            <a:r>
              <a:rPr lang="en-US"/>
              <a:t>Analyzing candidate data helps forecast future hiring trends and adjust strategies.</a:t>
            </a:r>
          </a:p>
        </p:txBody>
      </p:sp>
    </p:spTree>
    <p:extLst>
      <p:ext uri="{BB962C8B-B14F-4D97-AF65-F5344CB8AC3E}">
        <p14:creationId xmlns:p14="http://schemas.microsoft.com/office/powerpoint/2010/main" val="19604943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12_7FBDD6F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CD983-1D48-D291-3911-13B970F9C47A}"/>
              </a:ext>
            </a:extLst>
          </p:cNvPr>
          <p:cNvSpPr>
            <a:spLocks noGrp="1"/>
          </p:cNvSpPr>
          <p:nvPr>
            <p:ph type="title"/>
          </p:nvPr>
        </p:nvSpPr>
        <p:spPr>
          <a:xfrm>
            <a:off x="731520" y="2596896"/>
            <a:ext cx="8933688" cy="3566160"/>
          </a:xfrm>
        </p:spPr>
        <p:txBody>
          <a:bodyPr anchor="b">
            <a:normAutofit/>
          </a:bodyPr>
          <a:lstStyle/>
          <a:p>
            <a:r>
              <a:rPr lang="en-US"/>
              <a:t>Benefits of Scalable Hiring</a:t>
            </a:r>
          </a:p>
        </p:txBody>
      </p:sp>
    </p:spTree>
    <p:extLst>
      <p:ext uri="{BB962C8B-B14F-4D97-AF65-F5344CB8AC3E}">
        <p14:creationId xmlns:p14="http://schemas.microsoft.com/office/powerpoint/2010/main" val="21431477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13_8B49F6FF.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47B9C-05F1-13E5-A10D-DCEFF343B365}"/>
              </a:ext>
            </a:extLst>
          </p:cNvPr>
          <p:cNvSpPr>
            <a:spLocks noGrp="1"/>
          </p:cNvSpPr>
          <p:nvPr>
            <p:ph type="title"/>
          </p:nvPr>
        </p:nvSpPr>
        <p:spPr>
          <a:xfrm>
            <a:off x="4718304" y="310896"/>
            <a:ext cx="6858000" cy="923544"/>
          </a:xfrm>
        </p:spPr>
        <p:txBody>
          <a:bodyPr anchor="b">
            <a:normAutofit/>
          </a:bodyPr>
          <a:lstStyle/>
          <a:p>
            <a:r>
              <a:rPr lang="en-US"/>
              <a:t>Benefits of Hiring Strategies</a:t>
            </a:r>
          </a:p>
        </p:txBody>
      </p:sp>
      <p:pic>
        <p:nvPicPr>
          <p:cNvPr id="5" name="Content Placeholder 4" descr="Leadership, Skill, Business, Business Strategy, Searching">
            <a:extLst>
              <a:ext uri="{FF2B5EF4-FFF2-40B4-BE49-F238E27FC236}">
                <a16:creationId xmlns:a16="http://schemas.microsoft.com/office/drawing/2014/main" id="{BB2EB55A-97BB-4E06-915E-B2E412662115}"/>
              </a:ext>
            </a:extLst>
          </p:cNvPr>
          <p:cNvPicPr>
            <a:picLocks noGrp="1" noChangeAspect="1"/>
          </p:cNvPicPr>
          <p:nvPr>
            <p:ph type="pic" sz="quarter" idx="15"/>
          </p:nvPr>
        </p:nvPicPr>
        <p:blipFill>
          <a:blip r:embed="rId3"/>
          <a:srcRect l="29440" r="27607"/>
          <a:stretch>
            <a:fillRect/>
          </a:stretch>
        </p:blipFill>
        <p:spPr>
          <a:xfrm>
            <a:off x="603503" y="603504"/>
            <a:ext cx="3192563" cy="5202936"/>
          </a:xfrm>
        </p:spPr>
      </p:pic>
      <p:sp>
        <p:nvSpPr>
          <p:cNvPr id="4" name="Content Placeholder 3">
            <a:extLst>
              <a:ext uri="{FF2B5EF4-FFF2-40B4-BE49-F238E27FC236}">
                <a16:creationId xmlns:a16="http://schemas.microsoft.com/office/drawing/2014/main" id="{CAA4870F-0056-0D0C-01B2-982461A5277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718304" y="1380744"/>
            <a:ext cx="6858000" cy="4608576"/>
          </a:xfrm>
        </p:spPr>
        <p:txBody>
          <a:bodyPr>
            <a:normAutofit/>
          </a:bodyPr>
          <a:lstStyle/>
          <a:p>
            <a:pPr marL="0" indent="0">
              <a:spcBef>
                <a:spcPts val="2500"/>
              </a:spcBef>
              <a:buFont typeface="Arial" panose="020B0604020202020204" pitchFamily="34" charset="0"/>
              <a:buNone/>
            </a:pPr>
            <a:r>
              <a:rPr lang="en-US" b="1"/>
              <a:t>Faster Recruitment Cycles</a:t>
            </a:r>
          </a:p>
          <a:p>
            <a:pPr marL="0" lvl="1" indent="0">
              <a:buFont typeface="Arial" panose="020B0604020202020204" pitchFamily="34" charset="0"/>
              <a:buNone/>
            </a:pPr>
            <a:r>
              <a:rPr lang="en-US"/>
              <a:t>Structured processes and automation accelerate recruitment and reduce time to fill key positions.</a:t>
            </a:r>
          </a:p>
          <a:p>
            <a:pPr marL="0" indent="0">
              <a:spcBef>
                <a:spcPts val="2500"/>
              </a:spcBef>
              <a:buFont typeface="Arial" panose="020B0604020202020204" pitchFamily="34" charset="0"/>
              <a:buNone/>
            </a:pPr>
            <a:r>
              <a:rPr lang="en-US" b="1"/>
              <a:t>Improved Hiring Quality</a:t>
            </a:r>
          </a:p>
          <a:p>
            <a:pPr marL="0" lvl="1" indent="0">
              <a:buFont typeface="Arial" panose="020B0604020202020204" pitchFamily="34" charset="0"/>
              <a:buNone/>
            </a:pPr>
            <a:r>
              <a:rPr lang="en-US"/>
              <a:t>Standardized criteria and data-driven decisions ensure consistent and effective candidate assessments.</a:t>
            </a:r>
          </a:p>
          <a:p>
            <a:pPr marL="0" indent="0">
              <a:spcBef>
                <a:spcPts val="2500"/>
              </a:spcBef>
              <a:buFont typeface="Arial" panose="020B0604020202020204" pitchFamily="34" charset="0"/>
              <a:buNone/>
            </a:pPr>
            <a:r>
              <a:rPr lang="en-US" b="1"/>
              <a:t>Cost Reduction</a:t>
            </a:r>
          </a:p>
          <a:p>
            <a:pPr marL="0" lvl="1" indent="0">
              <a:buFont typeface="Arial" panose="020B0604020202020204" pitchFamily="34" charset="0"/>
              <a:buNone/>
            </a:pPr>
            <a:r>
              <a:rPr lang="en-US"/>
              <a:t>Optimized resource allocation minimizes recruitment costs and reduces inefficiencies.</a:t>
            </a:r>
          </a:p>
          <a:p>
            <a:pPr marL="0" indent="0">
              <a:spcBef>
                <a:spcPts val="2500"/>
              </a:spcBef>
              <a:buFont typeface="Arial" panose="020B0604020202020204" pitchFamily="34" charset="0"/>
              <a:buNone/>
            </a:pPr>
            <a:r>
              <a:rPr lang="en-US" b="1"/>
              <a:t>Enhanced Candidate Experience</a:t>
            </a:r>
          </a:p>
          <a:p>
            <a:pPr marL="0" lvl="1" indent="0">
              <a:buFont typeface="Arial" panose="020B0604020202020204" pitchFamily="34" charset="0"/>
              <a:buNone/>
            </a:pPr>
            <a:r>
              <a:rPr lang="en-US"/>
              <a:t>A seamless and transparent recruitment process strengthens employer brand and attracts top talent.</a:t>
            </a:r>
          </a:p>
        </p:txBody>
      </p:sp>
    </p:spTree>
    <p:extLst>
      <p:ext uri="{BB962C8B-B14F-4D97-AF65-F5344CB8AC3E}">
        <p14:creationId xmlns:p14="http://schemas.microsoft.com/office/powerpoint/2010/main" val="23368803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14_4A97237C.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CD5E7-D350-6679-D244-371AAD489BB1}"/>
              </a:ext>
            </a:extLst>
          </p:cNvPr>
          <p:cNvSpPr>
            <a:spLocks noGrp="1"/>
          </p:cNvSpPr>
          <p:nvPr>
            <p:ph type="title"/>
          </p:nvPr>
        </p:nvSpPr>
        <p:spPr>
          <a:xfrm>
            <a:off x="731520" y="2596896"/>
            <a:ext cx="8933688" cy="3566160"/>
          </a:xfrm>
        </p:spPr>
        <p:txBody>
          <a:bodyPr anchor="b">
            <a:normAutofit/>
          </a:bodyPr>
          <a:lstStyle/>
          <a:p>
            <a:r>
              <a:rPr lang="en-US"/>
              <a:t>Conclusion</a:t>
            </a:r>
          </a:p>
        </p:txBody>
      </p:sp>
    </p:spTree>
    <p:extLst>
      <p:ext uri="{BB962C8B-B14F-4D97-AF65-F5344CB8AC3E}">
        <p14:creationId xmlns:p14="http://schemas.microsoft.com/office/powerpoint/2010/main" val="12514190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15_4E99E91E.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FAE1F-5D70-D48D-E141-9FCF6DE00917}"/>
              </a:ext>
            </a:extLst>
          </p:cNvPr>
          <p:cNvSpPr>
            <a:spLocks noGrp="1"/>
          </p:cNvSpPr>
          <p:nvPr>
            <p:ph type="title"/>
          </p:nvPr>
        </p:nvSpPr>
        <p:spPr>
          <a:xfrm>
            <a:off x="731520" y="312572"/>
            <a:ext cx="6858000" cy="923544"/>
          </a:xfrm>
        </p:spPr>
        <p:txBody>
          <a:bodyPr anchor="b">
            <a:normAutofit/>
          </a:bodyPr>
          <a:lstStyle/>
          <a:p>
            <a:r>
              <a:rPr lang="en-US"/>
              <a:t>Final Thoughts on Hiring for Scaling</a:t>
            </a:r>
          </a:p>
        </p:txBody>
      </p:sp>
      <p:sp>
        <p:nvSpPr>
          <p:cNvPr id="4" name="Content Placeholder 3">
            <a:extLst>
              <a:ext uri="{FF2B5EF4-FFF2-40B4-BE49-F238E27FC236}">
                <a16:creationId xmlns:a16="http://schemas.microsoft.com/office/drawing/2014/main" id="{F8C10D62-540E-83BE-BFA8-AAFA99694FF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a:normAutofit/>
          </a:bodyPr>
          <a:lstStyle/>
          <a:p>
            <a:pPr marL="0" indent="0">
              <a:spcBef>
                <a:spcPts val="2500"/>
              </a:spcBef>
              <a:buFont typeface="Arial" panose="020B0604020202020204" pitchFamily="34" charset="0"/>
              <a:buNone/>
            </a:pPr>
            <a:r>
              <a:rPr lang="en-US" b="1"/>
              <a:t>Structured Recruitment Processes</a:t>
            </a:r>
          </a:p>
          <a:p>
            <a:pPr marL="0" lvl="1" indent="0">
              <a:buFont typeface="Arial" panose="020B0604020202020204" pitchFamily="34" charset="0"/>
              <a:buNone/>
            </a:pPr>
            <a:r>
              <a:rPr lang="en-US"/>
              <a:t>Implementing structured and standardized recruitment enables efficient hiring aligned with business scaling goals.</a:t>
            </a:r>
          </a:p>
          <a:p>
            <a:pPr marL="0" indent="0">
              <a:spcBef>
                <a:spcPts val="2500"/>
              </a:spcBef>
              <a:buFont typeface="Arial" panose="020B0604020202020204" pitchFamily="34" charset="0"/>
              <a:buNone/>
            </a:pPr>
            <a:r>
              <a:rPr lang="en-US" b="1"/>
              <a:t>Data-Driven Hiring</a:t>
            </a:r>
          </a:p>
          <a:p>
            <a:pPr marL="0" lvl="1" indent="0">
              <a:buFont typeface="Arial" panose="020B0604020202020204" pitchFamily="34" charset="0"/>
              <a:buNone/>
            </a:pPr>
            <a:r>
              <a:rPr lang="en-US"/>
              <a:t>Using data analytics improves decision-making to attract and retain the right talent effectively.</a:t>
            </a:r>
          </a:p>
          <a:p>
            <a:pPr marL="0" indent="0">
              <a:spcBef>
                <a:spcPts val="2500"/>
              </a:spcBef>
              <a:buFont typeface="Arial" panose="020B0604020202020204" pitchFamily="34" charset="0"/>
              <a:buNone/>
            </a:pPr>
            <a:r>
              <a:rPr lang="en-US" b="1"/>
              <a:t>Technology-Enabled Recruitment</a:t>
            </a:r>
          </a:p>
          <a:p>
            <a:pPr marL="0" lvl="1" indent="0">
              <a:buFont typeface="Arial" panose="020B0604020202020204" pitchFamily="34" charset="0"/>
              <a:buNone/>
            </a:pPr>
            <a:r>
              <a:rPr lang="en-US"/>
              <a:t>Adopting recruitment technology streamlines processes, reduces costs, and supports scalable hiring efforts.</a:t>
            </a:r>
          </a:p>
          <a:p>
            <a:pPr marL="0" indent="0">
              <a:spcBef>
                <a:spcPts val="2500"/>
              </a:spcBef>
              <a:buFont typeface="Arial" panose="020B0604020202020204" pitchFamily="34" charset="0"/>
              <a:buNone/>
            </a:pPr>
            <a:r>
              <a:rPr lang="en-US" b="1"/>
              <a:t>Strategic Talent Management</a:t>
            </a:r>
          </a:p>
          <a:p>
            <a:pPr marL="0" lvl="1" indent="0">
              <a:buFont typeface="Arial" panose="020B0604020202020204" pitchFamily="34" charset="0"/>
              <a:buNone/>
            </a:pPr>
            <a:r>
              <a:rPr lang="en-US"/>
              <a:t>Treating hiring as a strategic function builds competitive advantage and drives long-term success.</a:t>
            </a:r>
          </a:p>
        </p:txBody>
      </p:sp>
      <p:pic>
        <p:nvPicPr>
          <p:cNvPr id="5" name="Content Placeholder 4" descr="Social network">
            <a:extLst>
              <a:ext uri="{FF2B5EF4-FFF2-40B4-BE49-F238E27FC236}">
                <a16:creationId xmlns:a16="http://schemas.microsoft.com/office/drawing/2014/main" id="{F93BAB99-5FE9-4759-87F1-2229CC4CAEC1}"/>
              </a:ext>
            </a:extLst>
          </p:cNvPr>
          <p:cNvPicPr>
            <a:picLocks noGrp="1" noChangeAspect="1"/>
          </p:cNvPicPr>
          <p:nvPr>
            <p:ph type="pic" sz="quarter" idx="15"/>
          </p:nvPr>
        </p:nvPicPr>
        <p:blipFill>
          <a:blip r:embed="rId3"/>
          <a:srcRect l="31344" r="29076" b="2"/>
          <a:stretch>
            <a:fillRect/>
          </a:stretch>
        </p:blipFill>
        <p:spPr>
          <a:xfrm>
            <a:off x="8491126" y="603504"/>
            <a:ext cx="3085177" cy="5202936"/>
          </a:xfrm>
        </p:spPr>
      </p:pic>
    </p:spTree>
    <p:extLst>
      <p:ext uri="{BB962C8B-B14F-4D97-AF65-F5344CB8AC3E}">
        <p14:creationId xmlns:p14="http://schemas.microsoft.com/office/powerpoint/2010/main" val="13187095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_0_580CD4DA.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_80000000_B67A617.xml><?xml version="1.0" encoding="utf-8"?>
<a:theme xmlns:a="http://schemas.openxmlformats.org/drawingml/2006/main" name="GradientRise">
  <a:themeElements>
    <a:clrScheme name="GradientRise">
      <a:dk1>
        <a:sysClr val="windowText" lastClr="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GradientRise">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 id="{FF74CFCA-15A8-4A19-8791-A4B07AC19AED}" vid="{4F1DA30D-FBF7-47F9-8AB5-ACED5332D3E0}"/>
    </a:ext>
  </a:extLst>
</a:theme>
</file>

<file path=docProps/core.xml><?xml version="1.0" encoding="utf-8"?>
<cp:coreProperties xmlns:cp="http://schemas.openxmlformats.org/package/2006/metadata/core-properties" xmlns:dc="http://purl.org/dc/elements/1.1/" xmlns:dcterms="http://purl.org/dc/terms/" xmlns:xsi="http://www.w3.org/2001/XMLSchema-instance">
  <dc:creator>ashish-arora@hcltech.com</dc:creator>
  <cp:lastModifiedBy>ashish-arora@hcltech.com</cp:lastModifiedB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56dfe78-8a37-4fb5-b4aa-b92b97e18d15_Enabled">
    <vt:lpwstr>true</vt:lpwstr>
  </property>
  <property fmtid="{D5CDD505-2E9C-101B-9397-08002B2CF9AE}" pid="3" name="MSIP_Label_556dfe78-8a37-4fb5-b4aa-b92b97e18d15_SetDate">
    <vt:lpwstr>2026-05-26T11:25:34Z</vt:lpwstr>
  </property>
  <property fmtid="{D5CDD505-2E9C-101B-9397-08002B2CF9AE}" pid="4" name="MSIP_Label_556dfe78-8a37-4fb5-b4aa-b92b97e18d15_Method">
    <vt:lpwstr>Standard</vt:lpwstr>
  </property>
  <property fmtid="{D5CDD505-2E9C-101B-9397-08002B2CF9AE}" pid="5" name="MSIP_Label_556dfe78-8a37-4fb5-b4aa-b92b97e18d15_Name">
    <vt:lpwstr>Internal</vt:lpwstr>
  </property>
  <property fmtid="{D5CDD505-2E9C-101B-9397-08002B2CF9AE}" pid="6" name="MSIP_Label_556dfe78-8a37-4fb5-b4aa-b92b97e18d15_SiteId">
    <vt:lpwstr>189de737-c93a-4f5a-8b68-6f4ca9941912</vt:lpwstr>
  </property>
  <property fmtid="{D5CDD505-2E9C-101B-9397-08002B2CF9AE}" pid="7" name="MSIP_Label_556dfe78-8a37-4fb5-b4aa-b92b97e18d15_ActionId">
    <vt:lpwstr>79eb8df2-71f4-4f7c-ad39-fb7dadbb89cf</vt:lpwstr>
  </property>
  <property fmtid="{D5CDD505-2E9C-101B-9397-08002B2CF9AE}" pid="8" name="MSIP_Label_556dfe78-8a37-4fb5-b4aa-b92b97e18d15_ContentBits">
    <vt:lpwstr>0</vt:lpwstr>
  </property>
</Properties>
</file>